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0" r:id="rId1"/>
    <p:sldMasterId id="2147483711" r:id="rId2"/>
  </p:sldMasterIdLst>
  <p:notesMasterIdLst>
    <p:notesMasterId r:id="rId16"/>
  </p:notesMasterIdLst>
  <p:sldIdLst>
    <p:sldId id="297" r:id="rId3"/>
    <p:sldId id="256" r:id="rId4"/>
    <p:sldId id="257" r:id="rId5"/>
    <p:sldId id="258" r:id="rId6"/>
    <p:sldId id="259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5143500" type="screen16x9"/>
  <p:notesSz cx="6858000" cy="9144000"/>
  <p:embeddedFontLst>
    <p:embeddedFont>
      <p:font typeface="Fredoka" panose="020B0604020202020204" charset="-79"/>
      <p:regular r:id="rId17"/>
      <p:bold r:id="rId18"/>
    </p:embeddedFont>
    <p:embeddedFont>
      <p:font typeface="Space Grotesk" panose="020B0604020202020204" charset="0"/>
      <p:bold r:id="rId19"/>
    </p:embeddedFont>
    <p:embeddedFont>
      <p:font typeface="Space Grotesk Medium" panose="020B0604020202020204" charset="0"/>
      <p:regular r:id="rId20"/>
      <p:bold r:id="rId21"/>
    </p:embeddedFont>
    <p:embeddedFont>
      <p:font typeface="Work Sans" pitchFamily="2" charset="0"/>
      <p:regular r:id="rId22"/>
      <p:bold r:id="rId23"/>
      <p:italic r:id="rId24"/>
      <p:boldItalic r:id="rId25"/>
    </p:embeddedFont>
    <p:embeddedFont>
      <p:font typeface="Work Sans Medium" pitchFamily="2" charset="0"/>
      <p:regular r:id="rId26"/>
      <p:bold r:id="rId27"/>
      <p:italic r:id="rId28"/>
      <p:boldItalic r:id="rId29"/>
    </p:embeddedFont>
    <p:embeddedFont>
      <p:font typeface="Work Sans SemiBold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226" y="2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21" Type="http://schemas.openxmlformats.org/officeDocument/2006/relationships/font" Target="fonts/font5.fntdata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SLIDES_API32056978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SLIDES_API32056978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SLIDES_API320569785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SLIDES_API320569785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SLIDES_API320569785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SLIDES_API320569785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SLIDES_API320569785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SLIDES_API320569785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SLIDES_API320569785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SLIDES_API320569785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SLIDES_API320569785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SLIDES_API320569785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SLIDES_API320569785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SLIDES_API320569785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SLIDES_API320569785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SLIDES_API320569785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SLIDES_API320569785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SLIDES_API320569785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SLIDES_API320569785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SLIDES_API320569785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SLIDES_API320569785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SLIDES_API320569785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SLIDES_API320569785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SLIDES_API320569785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000000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ldNum" idx="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4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48D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457200" y="2012747"/>
            <a:ext cx="6871800" cy="189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None/>
              <a:defRPr sz="5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457200" y="4036172"/>
            <a:ext cx="5501700" cy="53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2400"/>
              <a:buNone/>
              <a:defRPr sz="2400">
                <a:solidFill>
                  <a:srgbClr val="C7C7C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2400"/>
              <a:buNone/>
              <a:defRPr sz="2400">
                <a:solidFill>
                  <a:srgbClr val="C7C7C7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2400"/>
              <a:buNone/>
              <a:defRPr sz="2400">
                <a:solidFill>
                  <a:srgbClr val="C7C7C7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2400"/>
              <a:buNone/>
              <a:defRPr sz="2400">
                <a:solidFill>
                  <a:srgbClr val="C7C7C7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2400"/>
              <a:buNone/>
              <a:defRPr sz="2400">
                <a:solidFill>
                  <a:srgbClr val="C7C7C7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2400"/>
              <a:buNone/>
              <a:defRPr sz="2400">
                <a:solidFill>
                  <a:srgbClr val="C7C7C7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2400"/>
              <a:buNone/>
              <a:defRPr sz="2400">
                <a:solidFill>
                  <a:srgbClr val="C7C7C7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2400"/>
              <a:buNone/>
              <a:defRPr sz="2400">
                <a:solidFill>
                  <a:srgbClr val="C7C7C7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2400"/>
              <a:buNone/>
              <a:defRPr sz="2400">
                <a:solidFill>
                  <a:srgbClr val="C7C7C7"/>
                </a:solidFill>
              </a:defRPr>
            </a:lvl9pPr>
          </a:lstStyle>
          <a:p>
            <a:endParaRPr/>
          </a:p>
        </p:txBody>
      </p:sp>
      <p:grpSp>
        <p:nvGrpSpPr>
          <p:cNvPr id="60" name="Google Shape;60;p14"/>
          <p:cNvGrpSpPr/>
          <p:nvPr/>
        </p:nvGrpSpPr>
        <p:grpSpPr>
          <a:xfrm>
            <a:off x="7329000" y="-380575"/>
            <a:ext cx="2255100" cy="2255100"/>
            <a:chOff x="5814125" y="1393900"/>
            <a:chExt cx="2255100" cy="2255100"/>
          </a:xfrm>
        </p:grpSpPr>
        <p:sp>
          <p:nvSpPr>
            <p:cNvPr id="61" name="Google Shape;61;p14"/>
            <p:cNvSpPr/>
            <p:nvPr/>
          </p:nvSpPr>
          <p:spPr>
            <a:xfrm>
              <a:off x="6844025" y="1393900"/>
              <a:ext cx="195300" cy="2255100"/>
            </a:xfrm>
            <a:prstGeom prst="rect">
              <a:avLst/>
            </a:prstGeom>
            <a:solidFill>
              <a:srgbClr val="FF3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2" name="Google Shape;62;p14"/>
            <p:cNvSpPr/>
            <p:nvPr/>
          </p:nvSpPr>
          <p:spPr>
            <a:xfrm rot="-5400000">
              <a:off x="6844025" y="1402250"/>
              <a:ext cx="195300" cy="2255100"/>
            </a:xfrm>
            <a:prstGeom prst="rect">
              <a:avLst/>
            </a:prstGeom>
            <a:solidFill>
              <a:srgbClr val="FF3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3" name="Google Shape;63;p14"/>
            <p:cNvSpPr/>
            <p:nvPr/>
          </p:nvSpPr>
          <p:spPr>
            <a:xfrm rot="-2700000">
              <a:off x="6843997" y="1402319"/>
              <a:ext cx="195161" cy="2254964"/>
            </a:xfrm>
            <a:prstGeom prst="rect">
              <a:avLst/>
            </a:prstGeom>
            <a:solidFill>
              <a:srgbClr val="FF3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 rot="-8100000">
              <a:off x="6849999" y="1408320"/>
              <a:ext cx="195161" cy="2254964"/>
            </a:xfrm>
            <a:prstGeom prst="rect">
              <a:avLst/>
            </a:prstGeom>
            <a:solidFill>
              <a:srgbClr val="FF3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dex 2">
  <p:cSld name="ONE_COLUMN_TEXT">
    <p:bg>
      <p:bgPr>
        <a:solidFill>
          <a:srgbClr val="FEBB0B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4357692" y="0"/>
            <a:ext cx="47862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4810129" y="790513"/>
            <a:ext cx="328500" cy="3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48D0"/>
              </a:buClr>
              <a:buSzPts val="1800"/>
              <a:buFont typeface="Space Grotesk"/>
              <a:buNone/>
            </a:pPr>
            <a:r>
              <a:rPr lang="en" sz="1800" b="1" i="0" u="none" strike="noStrike" cap="none">
                <a:solidFill>
                  <a:srgbClr val="0048D0"/>
                </a:solidFill>
                <a:latin typeface="Space Grotesk"/>
                <a:ea typeface="Space Grotesk"/>
                <a:cs typeface="Space Grotesk"/>
                <a:sym typeface="Space Grotesk"/>
              </a:rPr>
              <a:t>01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4791080" y="1423925"/>
            <a:ext cx="362100" cy="3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48D0"/>
              </a:buClr>
              <a:buSzPts val="1800"/>
              <a:buFont typeface="Space Grotesk"/>
              <a:buNone/>
            </a:pPr>
            <a:r>
              <a:rPr lang="en" sz="1800" b="1" i="0" u="none" strike="noStrike" cap="none">
                <a:solidFill>
                  <a:srgbClr val="0048D0"/>
                </a:solidFill>
                <a:latin typeface="Space Grotesk"/>
                <a:ea typeface="Space Grotesk"/>
                <a:cs typeface="Space Grotesk"/>
                <a:sym typeface="Space Grotesk"/>
              </a:rPr>
              <a:t>02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4791080" y="2057338"/>
            <a:ext cx="366600" cy="3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48D0"/>
              </a:buClr>
              <a:buSzPts val="1800"/>
              <a:buFont typeface="Space Grotesk"/>
              <a:buNone/>
            </a:pPr>
            <a:r>
              <a:rPr lang="en" sz="1800" b="1" i="0" u="none" strike="noStrike" cap="none">
                <a:solidFill>
                  <a:srgbClr val="0048D0"/>
                </a:solidFill>
                <a:latin typeface="Space Grotesk"/>
                <a:ea typeface="Space Grotesk"/>
                <a:cs typeface="Space Grotesk"/>
                <a:sym typeface="Space Grotesk"/>
              </a:rPr>
              <a:t>03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4786317" y="2690750"/>
            <a:ext cx="371400" cy="3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48D0"/>
              </a:buClr>
              <a:buSzPts val="1800"/>
              <a:buFont typeface="Space Grotesk"/>
              <a:buNone/>
            </a:pPr>
            <a:r>
              <a:rPr lang="en" sz="1800" b="1" i="0" u="none" strike="noStrike" cap="none">
                <a:solidFill>
                  <a:srgbClr val="0048D0"/>
                </a:solidFill>
                <a:latin typeface="Space Grotesk"/>
                <a:ea typeface="Space Grotesk"/>
                <a:cs typeface="Space Grotesk"/>
                <a:sym typeface="Space Grotesk"/>
              </a:rPr>
              <a:t>04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4791080" y="3324163"/>
            <a:ext cx="362100" cy="3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48D0"/>
              </a:buClr>
              <a:buSzPts val="1800"/>
              <a:buFont typeface="Space Grotesk"/>
              <a:buNone/>
            </a:pPr>
            <a:r>
              <a:rPr lang="en" sz="1800" b="1" i="0" u="none" strike="noStrike" cap="none">
                <a:solidFill>
                  <a:srgbClr val="0048D0"/>
                </a:solidFill>
                <a:latin typeface="Space Grotesk"/>
                <a:ea typeface="Space Grotesk"/>
                <a:cs typeface="Space Grotesk"/>
                <a:sym typeface="Space Grotesk"/>
              </a:rPr>
              <a:t>05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4791080" y="3957575"/>
            <a:ext cx="366600" cy="3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48D0"/>
              </a:buClr>
              <a:buSzPts val="1800"/>
              <a:buFont typeface="Space Grotesk"/>
              <a:buNone/>
            </a:pPr>
            <a:r>
              <a:rPr lang="en" sz="1800" b="1" i="0" u="none" strike="noStrike" cap="none">
                <a:solidFill>
                  <a:srgbClr val="0048D0"/>
                </a:solidFill>
                <a:latin typeface="Space Grotesk"/>
                <a:ea typeface="Space Grotesk"/>
                <a:cs typeface="Space Grotesk"/>
                <a:sym typeface="Space Grotesk"/>
              </a:rPr>
              <a:t>06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-709613" y="3600450"/>
            <a:ext cx="2333700" cy="528600"/>
          </a:xfrm>
          <a:prstGeom prst="ellips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-709613" y="3914775"/>
            <a:ext cx="2333700" cy="528600"/>
          </a:xfrm>
          <a:prstGeom prst="ellips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-709613" y="4229100"/>
            <a:ext cx="2333700" cy="528600"/>
          </a:xfrm>
          <a:prstGeom prst="ellips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-709613" y="4543425"/>
            <a:ext cx="2333700" cy="528600"/>
          </a:xfrm>
          <a:prstGeom prst="ellips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-709613" y="4857750"/>
            <a:ext cx="2333700" cy="528600"/>
          </a:xfrm>
          <a:prstGeom prst="ellips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430150" y="830150"/>
            <a:ext cx="2642400" cy="165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subTitle" idx="1"/>
          </p:nvPr>
        </p:nvSpPr>
        <p:spPr>
          <a:xfrm>
            <a:off x="5362225" y="757350"/>
            <a:ext cx="35532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Space Grotesk Medium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subTitle" idx="2"/>
          </p:nvPr>
        </p:nvSpPr>
        <p:spPr>
          <a:xfrm>
            <a:off x="5362225" y="1387083"/>
            <a:ext cx="35532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Space Grotesk Medium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subTitle" idx="3"/>
          </p:nvPr>
        </p:nvSpPr>
        <p:spPr>
          <a:xfrm>
            <a:off x="5362225" y="2013735"/>
            <a:ext cx="35532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Space Grotesk Medium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subTitle" idx="4"/>
          </p:nvPr>
        </p:nvSpPr>
        <p:spPr>
          <a:xfrm>
            <a:off x="5362225" y="2647488"/>
            <a:ext cx="35532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Space Grotesk Medium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subTitle" idx="5"/>
          </p:nvPr>
        </p:nvSpPr>
        <p:spPr>
          <a:xfrm>
            <a:off x="5362225" y="3280581"/>
            <a:ext cx="35532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Space Grotesk Medium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subTitle" idx="6"/>
          </p:nvPr>
        </p:nvSpPr>
        <p:spPr>
          <a:xfrm>
            <a:off x="5362225" y="3915624"/>
            <a:ext cx="35532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Space Grotesk Medium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user slide - v1">
  <p:cSld name="MAIN_POIN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4862650" y="3433750"/>
            <a:ext cx="3700500" cy="10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4862525" y="576075"/>
            <a:ext cx="3700500" cy="2923200"/>
          </a:xfrm>
          <a:prstGeom prst="rect">
            <a:avLst/>
          </a:prstGeom>
          <a:solidFill>
            <a:srgbClr val="0048D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89" name="Google Shape;89;p16"/>
          <p:cNvSpPr>
            <a:spLocks noGrp="1"/>
          </p:cNvSpPr>
          <p:nvPr>
            <p:ph type="pic" idx="2"/>
          </p:nvPr>
        </p:nvSpPr>
        <p:spPr>
          <a:xfrm>
            <a:off x="4772050" y="655475"/>
            <a:ext cx="3700500" cy="2843700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EBB0B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3639600" cy="7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body" idx="1"/>
          </p:nvPr>
        </p:nvSpPr>
        <p:spPr>
          <a:xfrm>
            <a:off x="457200" y="1281050"/>
            <a:ext cx="3639600" cy="31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subTitle" idx="3"/>
          </p:nvPr>
        </p:nvSpPr>
        <p:spPr>
          <a:xfrm>
            <a:off x="4962750" y="3616950"/>
            <a:ext cx="3509700" cy="25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Medium"/>
              <a:buNone/>
              <a:defRPr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5" name="Google Shape;95;p16"/>
          <p:cNvSpPr txBox="1">
            <a:spLocks noGrp="1"/>
          </p:cNvSpPr>
          <p:nvPr>
            <p:ph type="body" idx="4"/>
          </p:nvPr>
        </p:nvSpPr>
        <p:spPr>
          <a:xfrm>
            <a:off x="4962700" y="3989625"/>
            <a:ext cx="3509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E46962"/>
          </p15:clr>
        </p15:guide>
        <p15:guide id="2" pos="243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user layout - v2">
  <p:cSld name="MAIN_POINT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7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title"/>
          </p:nvPr>
        </p:nvSpPr>
        <p:spPr>
          <a:xfrm>
            <a:off x="4565800" y="457200"/>
            <a:ext cx="4035300" cy="39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body" idx="1"/>
          </p:nvPr>
        </p:nvSpPr>
        <p:spPr>
          <a:xfrm>
            <a:off x="4565800" y="1281050"/>
            <a:ext cx="4035300" cy="31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subTitle" idx="2"/>
          </p:nvPr>
        </p:nvSpPr>
        <p:spPr>
          <a:xfrm>
            <a:off x="368500" y="4159875"/>
            <a:ext cx="3509700" cy="25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body" idx="3"/>
          </p:nvPr>
        </p:nvSpPr>
        <p:spPr>
          <a:xfrm>
            <a:off x="368450" y="4532550"/>
            <a:ext cx="3509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649250" y="457200"/>
            <a:ext cx="3343500" cy="3346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7"/>
          <p:cNvSpPr/>
          <p:nvPr/>
        </p:nvSpPr>
        <p:spPr>
          <a:xfrm rot="10800000">
            <a:off x="353805" y="571500"/>
            <a:ext cx="3524400" cy="3524400"/>
          </a:xfrm>
          <a:prstGeom prst="snip1Rect">
            <a:avLst>
              <a:gd name="adj" fmla="val 11085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7"/>
          <p:cNvSpPr>
            <a:spLocks noGrp="1"/>
          </p:cNvSpPr>
          <p:nvPr>
            <p:ph type="pic" idx="4"/>
          </p:nvPr>
        </p:nvSpPr>
        <p:spPr>
          <a:xfrm>
            <a:off x="935200" y="1152900"/>
            <a:ext cx="2361600" cy="2361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6" name="Google Shape;106;p17"/>
          <p:cNvSpPr/>
          <p:nvPr/>
        </p:nvSpPr>
        <p:spPr>
          <a:xfrm rot="10800000">
            <a:off x="352425" y="3700100"/>
            <a:ext cx="395100" cy="3951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E46962"/>
          </p15:clr>
        </p15:guide>
        <p15:guide id="2" pos="243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user layout - v3">
  <p:cSld name="CUSTOM_4">
    <p:bg>
      <p:bgPr>
        <a:solidFill>
          <a:schemeClr val="dk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>
            <a:spLocks noGrp="1"/>
          </p:cNvSpPr>
          <p:nvPr>
            <p:ph type="title"/>
          </p:nvPr>
        </p:nvSpPr>
        <p:spPr>
          <a:xfrm>
            <a:off x="471450" y="445025"/>
            <a:ext cx="820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18"/>
          <p:cNvSpPr/>
          <p:nvPr/>
        </p:nvSpPr>
        <p:spPr>
          <a:xfrm rot="10800000">
            <a:off x="492211" y="1163625"/>
            <a:ext cx="8194500" cy="3570300"/>
          </a:xfrm>
          <a:prstGeom prst="snip1Rect">
            <a:avLst>
              <a:gd name="adj" fmla="val 8809"/>
            </a:avLst>
          </a:prstGeom>
          <a:solidFill>
            <a:schemeClr val="accent5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10" name="Google Shape;110;p18"/>
          <p:cNvSpPr>
            <a:spLocks noGrp="1"/>
          </p:cNvSpPr>
          <p:nvPr>
            <p:ph type="pic" idx="2"/>
          </p:nvPr>
        </p:nvSpPr>
        <p:spPr>
          <a:xfrm>
            <a:off x="706600" y="1390950"/>
            <a:ext cx="2151000" cy="2151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1" name="Google Shape;111;p18"/>
          <p:cNvSpPr txBox="1">
            <a:spLocks noGrp="1"/>
          </p:cNvSpPr>
          <p:nvPr>
            <p:ph type="subTitle" idx="1"/>
          </p:nvPr>
        </p:nvSpPr>
        <p:spPr>
          <a:xfrm>
            <a:off x="706656" y="3572275"/>
            <a:ext cx="2151000" cy="25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body" idx="3"/>
          </p:nvPr>
        </p:nvSpPr>
        <p:spPr>
          <a:xfrm>
            <a:off x="706625" y="3944950"/>
            <a:ext cx="2151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body" idx="4"/>
          </p:nvPr>
        </p:nvSpPr>
        <p:spPr>
          <a:xfrm>
            <a:off x="3419650" y="1462025"/>
            <a:ext cx="4962600" cy="29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grpSp>
        <p:nvGrpSpPr>
          <p:cNvPr id="114" name="Google Shape;114;p18"/>
          <p:cNvGrpSpPr/>
          <p:nvPr/>
        </p:nvGrpSpPr>
        <p:grpSpPr>
          <a:xfrm>
            <a:off x="8287560" y="-478945"/>
            <a:ext cx="1332313" cy="1332088"/>
            <a:chOff x="5814125" y="1393900"/>
            <a:chExt cx="2255100" cy="2255100"/>
          </a:xfrm>
        </p:grpSpPr>
        <p:sp>
          <p:nvSpPr>
            <p:cNvPr id="115" name="Google Shape;115;p18"/>
            <p:cNvSpPr/>
            <p:nvPr/>
          </p:nvSpPr>
          <p:spPr>
            <a:xfrm>
              <a:off x="6844025" y="1393900"/>
              <a:ext cx="195300" cy="2255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16" name="Google Shape;116;p18"/>
            <p:cNvSpPr/>
            <p:nvPr/>
          </p:nvSpPr>
          <p:spPr>
            <a:xfrm rot="-5400000">
              <a:off x="6844025" y="1402250"/>
              <a:ext cx="195300" cy="2255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17" name="Google Shape;117;p18"/>
            <p:cNvSpPr/>
            <p:nvPr/>
          </p:nvSpPr>
          <p:spPr>
            <a:xfrm rot="-2700000">
              <a:off x="6843997" y="1402319"/>
              <a:ext cx="195161" cy="225496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18" name="Google Shape;118;p18"/>
            <p:cNvSpPr/>
            <p:nvPr/>
          </p:nvSpPr>
          <p:spPr>
            <a:xfrm rot="-8100000">
              <a:off x="6849999" y="1408320"/>
              <a:ext cx="195161" cy="225496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s">
  <p:cSld name="SECTION_TITLE_AND_DESCRIPTION">
    <p:bg>
      <p:bgPr>
        <a:solidFill>
          <a:schemeClr val="dk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>
            <a:spLocks noGrp="1"/>
          </p:cNvSpPr>
          <p:nvPr>
            <p:ph type="pic" idx="2"/>
          </p:nvPr>
        </p:nvSpPr>
        <p:spPr>
          <a:xfrm>
            <a:off x="443625" y="1158100"/>
            <a:ext cx="1928100" cy="19281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19"/>
          <p:cNvSpPr>
            <a:spLocks noGrp="1"/>
          </p:cNvSpPr>
          <p:nvPr>
            <p:ph type="pic" idx="3"/>
          </p:nvPr>
        </p:nvSpPr>
        <p:spPr>
          <a:xfrm>
            <a:off x="2559813" y="1157775"/>
            <a:ext cx="1928100" cy="1928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19"/>
          <p:cNvSpPr>
            <a:spLocks noGrp="1"/>
          </p:cNvSpPr>
          <p:nvPr>
            <p:ph type="pic" idx="4"/>
          </p:nvPr>
        </p:nvSpPr>
        <p:spPr>
          <a:xfrm>
            <a:off x="4676025" y="1157775"/>
            <a:ext cx="1928100" cy="1928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19"/>
          <p:cNvSpPr>
            <a:spLocks noGrp="1"/>
          </p:cNvSpPr>
          <p:nvPr>
            <p:ph type="pic" idx="5"/>
          </p:nvPr>
        </p:nvSpPr>
        <p:spPr>
          <a:xfrm>
            <a:off x="6800900" y="1158100"/>
            <a:ext cx="1928100" cy="1928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19"/>
          <p:cNvSpPr txBox="1">
            <a:spLocks noGrp="1"/>
          </p:cNvSpPr>
          <p:nvPr>
            <p:ph type="title"/>
          </p:nvPr>
        </p:nvSpPr>
        <p:spPr>
          <a:xfrm>
            <a:off x="361276" y="472050"/>
            <a:ext cx="8367600" cy="4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subTitle" idx="1"/>
          </p:nvPr>
        </p:nvSpPr>
        <p:spPr>
          <a:xfrm>
            <a:off x="361275" y="3146802"/>
            <a:ext cx="2004000" cy="4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body" idx="6"/>
          </p:nvPr>
        </p:nvSpPr>
        <p:spPr>
          <a:xfrm>
            <a:off x="367800" y="3613450"/>
            <a:ext cx="2004000" cy="5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subTitle" idx="7"/>
          </p:nvPr>
        </p:nvSpPr>
        <p:spPr>
          <a:xfrm>
            <a:off x="2514250" y="3146802"/>
            <a:ext cx="2004000" cy="4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128" name="Google Shape;128;p19"/>
          <p:cNvSpPr txBox="1">
            <a:spLocks noGrp="1"/>
          </p:cNvSpPr>
          <p:nvPr>
            <p:ph type="body" idx="8"/>
          </p:nvPr>
        </p:nvSpPr>
        <p:spPr>
          <a:xfrm>
            <a:off x="2520775" y="3613450"/>
            <a:ext cx="2004000" cy="5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19"/>
          <p:cNvSpPr txBox="1">
            <a:spLocks noGrp="1"/>
          </p:cNvSpPr>
          <p:nvPr>
            <p:ph type="subTitle" idx="9"/>
          </p:nvPr>
        </p:nvSpPr>
        <p:spPr>
          <a:xfrm>
            <a:off x="4640000" y="3146802"/>
            <a:ext cx="2004000" cy="4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130" name="Google Shape;130;p19"/>
          <p:cNvSpPr txBox="1">
            <a:spLocks noGrp="1"/>
          </p:cNvSpPr>
          <p:nvPr>
            <p:ph type="body" idx="13"/>
          </p:nvPr>
        </p:nvSpPr>
        <p:spPr>
          <a:xfrm>
            <a:off x="4646525" y="3613450"/>
            <a:ext cx="2004000" cy="5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1" name="Google Shape;131;p19"/>
          <p:cNvSpPr txBox="1">
            <a:spLocks noGrp="1"/>
          </p:cNvSpPr>
          <p:nvPr>
            <p:ph type="subTitle" idx="14"/>
          </p:nvPr>
        </p:nvSpPr>
        <p:spPr>
          <a:xfrm>
            <a:off x="6772275" y="3146802"/>
            <a:ext cx="2004000" cy="4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body" idx="15"/>
          </p:nvPr>
        </p:nvSpPr>
        <p:spPr>
          <a:xfrm>
            <a:off x="6778800" y="3613450"/>
            <a:ext cx="2004000" cy="5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2 columns v1">
  <p:cSld name="SECTION_TITLE_AND_DESCRIPTION_2">
    <p:bg>
      <p:bgPr>
        <a:solidFill>
          <a:schemeClr val="accent2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>
            <a:spLocks noGrp="1"/>
          </p:cNvSpPr>
          <p:nvPr>
            <p:ph type="title"/>
          </p:nvPr>
        </p:nvSpPr>
        <p:spPr>
          <a:xfrm>
            <a:off x="570825" y="472050"/>
            <a:ext cx="8011200" cy="4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0"/>
          <p:cNvSpPr txBox="1">
            <a:spLocks noGrp="1"/>
          </p:cNvSpPr>
          <p:nvPr>
            <p:ph type="subTitle" idx="1"/>
          </p:nvPr>
        </p:nvSpPr>
        <p:spPr>
          <a:xfrm>
            <a:off x="570825" y="1470400"/>
            <a:ext cx="3296400" cy="4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136" name="Google Shape;136;p20"/>
          <p:cNvSpPr txBox="1">
            <a:spLocks noGrp="1"/>
          </p:cNvSpPr>
          <p:nvPr>
            <p:ph type="body" idx="2"/>
          </p:nvPr>
        </p:nvSpPr>
        <p:spPr>
          <a:xfrm>
            <a:off x="570825" y="2053373"/>
            <a:ext cx="3296400" cy="22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37" name="Google Shape;137;p20"/>
          <p:cNvGrpSpPr/>
          <p:nvPr/>
        </p:nvGrpSpPr>
        <p:grpSpPr>
          <a:xfrm>
            <a:off x="7995750" y="-1102025"/>
            <a:ext cx="2255100" cy="2255100"/>
            <a:chOff x="5814125" y="1393900"/>
            <a:chExt cx="2255100" cy="2255100"/>
          </a:xfrm>
        </p:grpSpPr>
        <p:sp>
          <p:nvSpPr>
            <p:cNvPr id="138" name="Google Shape;138;p20"/>
            <p:cNvSpPr/>
            <p:nvPr/>
          </p:nvSpPr>
          <p:spPr>
            <a:xfrm>
              <a:off x="6844025" y="1393900"/>
              <a:ext cx="195300" cy="2255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39" name="Google Shape;139;p20"/>
            <p:cNvSpPr/>
            <p:nvPr/>
          </p:nvSpPr>
          <p:spPr>
            <a:xfrm rot="-5400000">
              <a:off x="6844025" y="1402250"/>
              <a:ext cx="195300" cy="2255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40" name="Google Shape;140;p20"/>
            <p:cNvSpPr/>
            <p:nvPr/>
          </p:nvSpPr>
          <p:spPr>
            <a:xfrm rot="-2700000">
              <a:off x="6843997" y="1402319"/>
              <a:ext cx="195161" cy="225496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41" name="Google Shape;141;p20"/>
            <p:cNvSpPr/>
            <p:nvPr/>
          </p:nvSpPr>
          <p:spPr>
            <a:xfrm rot="-8100000">
              <a:off x="6849999" y="1408320"/>
              <a:ext cx="195161" cy="225496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142" name="Google Shape;142;p20"/>
          <p:cNvSpPr txBox="1">
            <a:spLocks noGrp="1"/>
          </p:cNvSpPr>
          <p:nvPr>
            <p:ph type="subTitle" idx="3"/>
          </p:nvPr>
        </p:nvSpPr>
        <p:spPr>
          <a:xfrm>
            <a:off x="5285700" y="1470400"/>
            <a:ext cx="3296400" cy="4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143" name="Google Shape;143;p20"/>
          <p:cNvSpPr txBox="1">
            <a:spLocks noGrp="1"/>
          </p:cNvSpPr>
          <p:nvPr>
            <p:ph type="body" idx="4"/>
          </p:nvPr>
        </p:nvSpPr>
        <p:spPr>
          <a:xfrm>
            <a:off x="5285700" y="2053373"/>
            <a:ext cx="3296400" cy="22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1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2 columns v1 Image">
  <p:cSld name="SECTION_TITLE_AND_DESCRIPTION_2_3">
    <p:bg>
      <p:bgPr>
        <a:solidFill>
          <a:schemeClr val="accent2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>
            <a:spLocks noGrp="1"/>
          </p:cNvSpPr>
          <p:nvPr>
            <p:ph type="title"/>
          </p:nvPr>
        </p:nvSpPr>
        <p:spPr>
          <a:xfrm>
            <a:off x="570825" y="472050"/>
            <a:ext cx="8011200" cy="4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1"/>
          <p:cNvSpPr txBox="1">
            <a:spLocks noGrp="1"/>
          </p:cNvSpPr>
          <p:nvPr>
            <p:ph type="subTitle" idx="1"/>
          </p:nvPr>
        </p:nvSpPr>
        <p:spPr>
          <a:xfrm>
            <a:off x="570825" y="2525375"/>
            <a:ext cx="3296400" cy="4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147" name="Google Shape;147;p21"/>
          <p:cNvSpPr txBox="1">
            <a:spLocks noGrp="1"/>
          </p:cNvSpPr>
          <p:nvPr>
            <p:ph type="body" idx="2"/>
          </p:nvPr>
        </p:nvSpPr>
        <p:spPr>
          <a:xfrm>
            <a:off x="570825" y="3108350"/>
            <a:ext cx="3296400" cy="16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48" name="Google Shape;148;p21"/>
          <p:cNvGrpSpPr/>
          <p:nvPr/>
        </p:nvGrpSpPr>
        <p:grpSpPr>
          <a:xfrm>
            <a:off x="7995750" y="-1102025"/>
            <a:ext cx="2255100" cy="2255100"/>
            <a:chOff x="5814125" y="1393900"/>
            <a:chExt cx="2255100" cy="2255100"/>
          </a:xfrm>
        </p:grpSpPr>
        <p:sp>
          <p:nvSpPr>
            <p:cNvPr id="149" name="Google Shape;149;p21"/>
            <p:cNvSpPr/>
            <p:nvPr/>
          </p:nvSpPr>
          <p:spPr>
            <a:xfrm>
              <a:off x="6844025" y="1393900"/>
              <a:ext cx="195300" cy="2255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50" name="Google Shape;150;p21"/>
            <p:cNvSpPr/>
            <p:nvPr/>
          </p:nvSpPr>
          <p:spPr>
            <a:xfrm rot="-5400000">
              <a:off x="6844025" y="1402250"/>
              <a:ext cx="195300" cy="2255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51" name="Google Shape;151;p21"/>
            <p:cNvSpPr/>
            <p:nvPr/>
          </p:nvSpPr>
          <p:spPr>
            <a:xfrm rot="-2700000">
              <a:off x="6843997" y="1402319"/>
              <a:ext cx="195161" cy="225496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52" name="Google Shape;152;p21"/>
            <p:cNvSpPr/>
            <p:nvPr/>
          </p:nvSpPr>
          <p:spPr>
            <a:xfrm rot="-8100000">
              <a:off x="6849999" y="1408320"/>
              <a:ext cx="195161" cy="225496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153" name="Google Shape;153;p21"/>
          <p:cNvSpPr txBox="1">
            <a:spLocks noGrp="1"/>
          </p:cNvSpPr>
          <p:nvPr>
            <p:ph type="subTitle" idx="3"/>
          </p:nvPr>
        </p:nvSpPr>
        <p:spPr>
          <a:xfrm>
            <a:off x="5285700" y="2525375"/>
            <a:ext cx="3296400" cy="4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154" name="Google Shape;154;p21"/>
          <p:cNvSpPr txBox="1">
            <a:spLocks noGrp="1"/>
          </p:cNvSpPr>
          <p:nvPr>
            <p:ph type="body" idx="4"/>
          </p:nvPr>
        </p:nvSpPr>
        <p:spPr>
          <a:xfrm>
            <a:off x="5285700" y="3108350"/>
            <a:ext cx="3296400" cy="16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21"/>
          <p:cNvSpPr>
            <a:spLocks noGrp="1"/>
          </p:cNvSpPr>
          <p:nvPr>
            <p:ph type="pic" idx="5"/>
          </p:nvPr>
        </p:nvSpPr>
        <p:spPr>
          <a:xfrm>
            <a:off x="696575" y="1128526"/>
            <a:ext cx="3134700" cy="1334700"/>
          </a:xfrm>
          <a:prstGeom prst="rect">
            <a:avLst/>
          </a:prstGeom>
          <a:noFill/>
          <a:ln>
            <a:noFill/>
          </a:ln>
        </p:spPr>
      </p:sp>
      <p:sp>
        <p:nvSpPr>
          <p:cNvPr id="156" name="Google Shape;156;p21"/>
          <p:cNvSpPr>
            <a:spLocks noGrp="1"/>
          </p:cNvSpPr>
          <p:nvPr>
            <p:ph type="pic" idx="6"/>
          </p:nvPr>
        </p:nvSpPr>
        <p:spPr>
          <a:xfrm>
            <a:off x="5285700" y="1128526"/>
            <a:ext cx="3134700" cy="1334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1">
          <p15:clr>
            <a:srgbClr val="E46962"/>
          </p15:clr>
        </p15:guide>
        <p15:guide id="2" pos="439">
          <p15:clr>
            <a:srgbClr val="E46962"/>
          </p15:clr>
        </p15:guide>
        <p15:guide id="3" pos="3330">
          <p15:clr>
            <a:srgbClr val="E46962"/>
          </p15:clr>
        </p15:guide>
        <p15:guide id="4" orient="horz" pos="1552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columns-v2">
  <p:cSld name="SECTION_TITLE_AND_DESCRIPTION_2_2">
    <p:bg>
      <p:bgPr>
        <a:solidFill>
          <a:schemeClr val="dk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>
            <a:spLocks noGrp="1"/>
          </p:cNvSpPr>
          <p:nvPr>
            <p:ph type="title"/>
          </p:nvPr>
        </p:nvSpPr>
        <p:spPr>
          <a:xfrm>
            <a:off x="570825" y="472050"/>
            <a:ext cx="8011200" cy="4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2"/>
          <p:cNvSpPr txBox="1">
            <a:spLocks noGrp="1"/>
          </p:cNvSpPr>
          <p:nvPr>
            <p:ph type="subTitle" idx="1"/>
          </p:nvPr>
        </p:nvSpPr>
        <p:spPr>
          <a:xfrm>
            <a:off x="570825" y="1470400"/>
            <a:ext cx="2255100" cy="4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160" name="Google Shape;160;p22"/>
          <p:cNvSpPr txBox="1">
            <a:spLocks noGrp="1"/>
          </p:cNvSpPr>
          <p:nvPr>
            <p:ph type="body" idx="2"/>
          </p:nvPr>
        </p:nvSpPr>
        <p:spPr>
          <a:xfrm>
            <a:off x="570825" y="2053374"/>
            <a:ext cx="2255100" cy="22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61" name="Google Shape;161;p22"/>
          <p:cNvGrpSpPr/>
          <p:nvPr/>
        </p:nvGrpSpPr>
        <p:grpSpPr>
          <a:xfrm>
            <a:off x="7995750" y="-1102025"/>
            <a:ext cx="2255100" cy="2255100"/>
            <a:chOff x="5814125" y="1393900"/>
            <a:chExt cx="2255100" cy="2255100"/>
          </a:xfrm>
        </p:grpSpPr>
        <p:sp>
          <p:nvSpPr>
            <p:cNvPr id="162" name="Google Shape;162;p22"/>
            <p:cNvSpPr/>
            <p:nvPr/>
          </p:nvSpPr>
          <p:spPr>
            <a:xfrm>
              <a:off x="6844025" y="1393900"/>
              <a:ext cx="195300" cy="225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63" name="Google Shape;163;p22"/>
            <p:cNvSpPr/>
            <p:nvPr/>
          </p:nvSpPr>
          <p:spPr>
            <a:xfrm rot="-5400000">
              <a:off x="6844025" y="1402250"/>
              <a:ext cx="195300" cy="225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64" name="Google Shape;164;p22"/>
            <p:cNvSpPr/>
            <p:nvPr/>
          </p:nvSpPr>
          <p:spPr>
            <a:xfrm rot="-2700000">
              <a:off x="6843997" y="1402319"/>
              <a:ext cx="195161" cy="22549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65" name="Google Shape;165;p22"/>
            <p:cNvSpPr/>
            <p:nvPr/>
          </p:nvSpPr>
          <p:spPr>
            <a:xfrm rot="-8100000">
              <a:off x="6849999" y="1408320"/>
              <a:ext cx="195161" cy="22549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166" name="Google Shape;166;p22"/>
          <p:cNvSpPr txBox="1">
            <a:spLocks noGrp="1"/>
          </p:cNvSpPr>
          <p:nvPr>
            <p:ph type="subTitle" idx="3"/>
          </p:nvPr>
        </p:nvSpPr>
        <p:spPr>
          <a:xfrm>
            <a:off x="6197875" y="1470400"/>
            <a:ext cx="2255100" cy="4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167" name="Google Shape;167;p22"/>
          <p:cNvSpPr txBox="1">
            <a:spLocks noGrp="1"/>
          </p:cNvSpPr>
          <p:nvPr>
            <p:ph type="body" idx="4"/>
          </p:nvPr>
        </p:nvSpPr>
        <p:spPr>
          <a:xfrm>
            <a:off x="6197875" y="2053374"/>
            <a:ext cx="2255100" cy="22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22"/>
          <p:cNvSpPr txBox="1">
            <a:spLocks noGrp="1"/>
          </p:cNvSpPr>
          <p:nvPr>
            <p:ph type="subTitle" idx="5"/>
          </p:nvPr>
        </p:nvSpPr>
        <p:spPr>
          <a:xfrm>
            <a:off x="3444450" y="1470400"/>
            <a:ext cx="2255100" cy="4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169" name="Google Shape;169;p22"/>
          <p:cNvSpPr txBox="1">
            <a:spLocks noGrp="1"/>
          </p:cNvSpPr>
          <p:nvPr>
            <p:ph type="body" idx="6"/>
          </p:nvPr>
        </p:nvSpPr>
        <p:spPr>
          <a:xfrm>
            <a:off x="3444450" y="2053374"/>
            <a:ext cx="2255100" cy="22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1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columns-v3 1 Image">
  <p:cSld name="SECTION_TITLE_AND_DESCRIPTION_2_2_1">
    <p:bg>
      <p:bgPr>
        <a:solidFill>
          <a:schemeClr val="dk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>
            <a:spLocks noGrp="1"/>
          </p:cNvSpPr>
          <p:nvPr>
            <p:ph type="title"/>
          </p:nvPr>
        </p:nvSpPr>
        <p:spPr>
          <a:xfrm>
            <a:off x="570825" y="472050"/>
            <a:ext cx="8011200" cy="4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23"/>
          <p:cNvSpPr txBox="1">
            <a:spLocks noGrp="1"/>
          </p:cNvSpPr>
          <p:nvPr>
            <p:ph type="subTitle" idx="1"/>
          </p:nvPr>
        </p:nvSpPr>
        <p:spPr>
          <a:xfrm>
            <a:off x="570825" y="2505175"/>
            <a:ext cx="2255100" cy="4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173" name="Google Shape;173;p23"/>
          <p:cNvSpPr txBox="1">
            <a:spLocks noGrp="1"/>
          </p:cNvSpPr>
          <p:nvPr>
            <p:ph type="body" idx="2"/>
          </p:nvPr>
        </p:nvSpPr>
        <p:spPr>
          <a:xfrm>
            <a:off x="570825" y="3088150"/>
            <a:ext cx="2255100" cy="176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74" name="Google Shape;174;p23"/>
          <p:cNvGrpSpPr/>
          <p:nvPr/>
        </p:nvGrpSpPr>
        <p:grpSpPr>
          <a:xfrm>
            <a:off x="7995750" y="-1102025"/>
            <a:ext cx="2255100" cy="2255100"/>
            <a:chOff x="5814125" y="1393900"/>
            <a:chExt cx="2255100" cy="2255100"/>
          </a:xfrm>
        </p:grpSpPr>
        <p:sp>
          <p:nvSpPr>
            <p:cNvPr id="175" name="Google Shape;175;p23"/>
            <p:cNvSpPr/>
            <p:nvPr/>
          </p:nvSpPr>
          <p:spPr>
            <a:xfrm>
              <a:off x="6844025" y="1393900"/>
              <a:ext cx="195300" cy="225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76" name="Google Shape;176;p23"/>
            <p:cNvSpPr/>
            <p:nvPr/>
          </p:nvSpPr>
          <p:spPr>
            <a:xfrm rot="-5400000">
              <a:off x="6844025" y="1402250"/>
              <a:ext cx="195300" cy="225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77" name="Google Shape;177;p23"/>
            <p:cNvSpPr/>
            <p:nvPr/>
          </p:nvSpPr>
          <p:spPr>
            <a:xfrm rot="-2700000">
              <a:off x="6843997" y="1402319"/>
              <a:ext cx="195161" cy="22549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78" name="Google Shape;178;p23"/>
            <p:cNvSpPr/>
            <p:nvPr/>
          </p:nvSpPr>
          <p:spPr>
            <a:xfrm rot="-8100000">
              <a:off x="6849999" y="1408320"/>
              <a:ext cx="195161" cy="22549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179" name="Google Shape;179;p23"/>
          <p:cNvSpPr txBox="1">
            <a:spLocks noGrp="1"/>
          </p:cNvSpPr>
          <p:nvPr>
            <p:ph type="subTitle" idx="3"/>
          </p:nvPr>
        </p:nvSpPr>
        <p:spPr>
          <a:xfrm>
            <a:off x="6197875" y="2505175"/>
            <a:ext cx="2255100" cy="4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180" name="Google Shape;180;p23"/>
          <p:cNvSpPr txBox="1">
            <a:spLocks noGrp="1"/>
          </p:cNvSpPr>
          <p:nvPr>
            <p:ph type="body" idx="4"/>
          </p:nvPr>
        </p:nvSpPr>
        <p:spPr>
          <a:xfrm>
            <a:off x="6197875" y="3088150"/>
            <a:ext cx="2255100" cy="176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1" name="Google Shape;181;p23"/>
          <p:cNvSpPr txBox="1">
            <a:spLocks noGrp="1"/>
          </p:cNvSpPr>
          <p:nvPr>
            <p:ph type="subTitle" idx="5"/>
          </p:nvPr>
        </p:nvSpPr>
        <p:spPr>
          <a:xfrm>
            <a:off x="3384350" y="2505175"/>
            <a:ext cx="2255100" cy="4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4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182" name="Google Shape;182;p23"/>
          <p:cNvSpPr txBox="1">
            <a:spLocks noGrp="1"/>
          </p:cNvSpPr>
          <p:nvPr>
            <p:ph type="body" idx="6"/>
          </p:nvPr>
        </p:nvSpPr>
        <p:spPr>
          <a:xfrm>
            <a:off x="3384350" y="3088150"/>
            <a:ext cx="2255100" cy="176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23"/>
          <p:cNvSpPr>
            <a:spLocks noGrp="1"/>
          </p:cNvSpPr>
          <p:nvPr>
            <p:ph type="pic" idx="7"/>
          </p:nvPr>
        </p:nvSpPr>
        <p:spPr>
          <a:xfrm>
            <a:off x="580475" y="1231625"/>
            <a:ext cx="2255100" cy="11103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23"/>
          <p:cNvSpPr>
            <a:spLocks noGrp="1"/>
          </p:cNvSpPr>
          <p:nvPr>
            <p:ph type="pic" idx="8"/>
          </p:nvPr>
        </p:nvSpPr>
        <p:spPr>
          <a:xfrm>
            <a:off x="3389175" y="1231625"/>
            <a:ext cx="2255100" cy="111030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23"/>
          <p:cNvSpPr>
            <a:spLocks noGrp="1"/>
          </p:cNvSpPr>
          <p:nvPr>
            <p:ph type="pic" idx="9"/>
          </p:nvPr>
        </p:nvSpPr>
        <p:spPr>
          <a:xfrm>
            <a:off x="6197875" y="1223148"/>
            <a:ext cx="2255100" cy="1110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132">
          <p15:clr>
            <a:srgbClr val="E46962"/>
          </p15:clr>
        </p15:guide>
        <p15:guide id="3" orient="horz" pos="1475">
          <p15:clr>
            <a:srgbClr val="E46962"/>
          </p15:clr>
        </p15:guide>
        <p15:guide id="4" pos="390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2 columns v3">
  <p:cSld name="SECTION_TITLE_AND_DESCRIPTION_2_1">
    <p:bg>
      <p:bgPr>
        <a:solidFill>
          <a:schemeClr val="lt1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 txBox="1">
            <a:spLocks noGrp="1"/>
          </p:cNvSpPr>
          <p:nvPr>
            <p:ph type="title"/>
          </p:nvPr>
        </p:nvSpPr>
        <p:spPr>
          <a:xfrm>
            <a:off x="570825" y="472050"/>
            <a:ext cx="8011200" cy="4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24"/>
          <p:cNvSpPr txBox="1">
            <a:spLocks noGrp="1"/>
          </p:cNvSpPr>
          <p:nvPr>
            <p:ph type="subTitle" idx="1"/>
          </p:nvPr>
        </p:nvSpPr>
        <p:spPr>
          <a:xfrm>
            <a:off x="570825" y="1470400"/>
            <a:ext cx="3296400" cy="4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ork Sans Medium"/>
              <a:buNone/>
              <a:defRPr sz="1400">
                <a:solidFill>
                  <a:schemeClr val="accent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ork Sans Medium"/>
              <a:buNone/>
              <a:defRPr sz="1400">
                <a:solidFill>
                  <a:schemeClr val="accent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ork Sans Medium"/>
              <a:buNone/>
              <a:defRPr sz="1400">
                <a:solidFill>
                  <a:schemeClr val="accent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ork Sans Medium"/>
              <a:buNone/>
              <a:defRPr sz="1400">
                <a:solidFill>
                  <a:schemeClr val="accent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ork Sans Medium"/>
              <a:buNone/>
              <a:defRPr sz="1400">
                <a:solidFill>
                  <a:schemeClr val="accent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ork Sans Medium"/>
              <a:buNone/>
              <a:defRPr sz="1400">
                <a:solidFill>
                  <a:schemeClr val="accent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ork Sans Medium"/>
              <a:buNone/>
              <a:defRPr sz="1400">
                <a:solidFill>
                  <a:schemeClr val="accent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ork Sans Medium"/>
              <a:buNone/>
              <a:defRPr sz="1400">
                <a:solidFill>
                  <a:schemeClr val="accent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ork Sans Medium"/>
              <a:buNone/>
              <a:defRPr sz="1400">
                <a:solidFill>
                  <a:schemeClr val="accent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189" name="Google Shape;189;p24"/>
          <p:cNvSpPr txBox="1">
            <a:spLocks noGrp="1"/>
          </p:cNvSpPr>
          <p:nvPr>
            <p:ph type="body" idx="2"/>
          </p:nvPr>
        </p:nvSpPr>
        <p:spPr>
          <a:xfrm>
            <a:off x="570825" y="2053373"/>
            <a:ext cx="3296400" cy="22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24"/>
          <p:cNvSpPr txBox="1">
            <a:spLocks noGrp="1"/>
          </p:cNvSpPr>
          <p:nvPr>
            <p:ph type="subTitle" idx="3"/>
          </p:nvPr>
        </p:nvSpPr>
        <p:spPr>
          <a:xfrm>
            <a:off x="5285700" y="1470400"/>
            <a:ext cx="3296400" cy="4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ork Sans Medium"/>
              <a:buNone/>
              <a:defRPr sz="1400">
                <a:solidFill>
                  <a:schemeClr val="accent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ork Sans Medium"/>
              <a:buNone/>
              <a:defRPr sz="1400">
                <a:solidFill>
                  <a:schemeClr val="accent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ork Sans Medium"/>
              <a:buNone/>
              <a:defRPr sz="1400">
                <a:solidFill>
                  <a:schemeClr val="accent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ork Sans Medium"/>
              <a:buNone/>
              <a:defRPr sz="1400">
                <a:solidFill>
                  <a:schemeClr val="accent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ork Sans Medium"/>
              <a:buNone/>
              <a:defRPr sz="1400">
                <a:solidFill>
                  <a:schemeClr val="accent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ork Sans Medium"/>
              <a:buNone/>
              <a:defRPr sz="1400">
                <a:solidFill>
                  <a:schemeClr val="accent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ork Sans Medium"/>
              <a:buNone/>
              <a:defRPr sz="1400">
                <a:solidFill>
                  <a:schemeClr val="accent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ork Sans Medium"/>
              <a:buNone/>
              <a:defRPr sz="1400">
                <a:solidFill>
                  <a:schemeClr val="accent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ork Sans Medium"/>
              <a:buNone/>
              <a:defRPr sz="1400">
                <a:solidFill>
                  <a:schemeClr val="accent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191" name="Google Shape;191;p24"/>
          <p:cNvSpPr txBox="1">
            <a:spLocks noGrp="1"/>
          </p:cNvSpPr>
          <p:nvPr>
            <p:ph type="body" idx="4"/>
          </p:nvPr>
        </p:nvSpPr>
        <p:spPr>
          <a:xfrm>
            <a:off x="5285700" y="2053373"/>
            <a:ext cx="3296400" cy="22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2" name="Google Shape;192;p24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48D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3" name="Google Shape;193;p24"/>
          <p:cNvGrpSpPr/>
          <p:nvPr/>
        </p:nvGrpSpPr>
        <p:grpSpPr>
          <a:xfrm>
            <a:off x="8325937" y="3901888"/>
            <a:ext cx="1814400" cy="1390613"/>
            <a:chOff x="2982412" y="1568263"/>
            <a:chExt cx="1814400" cy="1390613"/>
          </a:xfrm>
        </p:grpSpPr>
        <p:sp>
          <p:nvSpPr>
            <p:cNvPr id="194" name="Google Shape;194;p24"/>
            <p:cNvSpPr/>
            <p:nvPr/>
          </p:nvSpPr>
          <p:spPr>
            <a:xfrm>
              <a:off x="2982412" y="1568263"/>
              <a:ext cx="1814400" cy="4095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4"/>
            <p:cNvSpPr/>
            <p:nvPr/>
          </p:nvSpPr>
          <p:spPr>
            <a:xfrm>
              <a:off x="2982412" y="1811150"/>
              <a:ext cx="1814400" cy="4143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4"/>
            <p:cNvSpPr/>
            <p:nvPr/>
          </p:nvSpPr>
          <p:spPr>
            <a:xfrm>
              <a:off x="2982412" y="2058800"/>
              <a:ext cx="1814400" cy="4095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4"/>
            <p:cNvSpPr/>
            <p:nvPr/>
          </p:nvSpPr>
          <p:spPr>
            <a:xfrm>
              <a:off x="2982412" y="2301688"/>
              <a:ext cx="1814400" cy="4095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4"/>
            <p:cNvSpPr/>
            <p:nvPr/>
          </p:nvSpPr>
          <p:spPr>
            <a:xfrm>
              <a:off x="2982412" y="2544575"/>
              <a:ext cx="1814400" cy="4143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1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2 columns v2">
  <p:cSld name="SECTION_TITLE_AND_DESCRIPTION_2_1_1">
    <p:bg>
      <p:bgPr>
        <a:solidFill>
          <a:schemeClr val="lt1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>
            <a:spLocks noGrp="1"/>
          </p:cNvSpPr>
          <p:nvPr>
            <p:ph type="title"/>
          </p:nvPr>
        </p:nvSpPr>
        <p:spPr>
          <a:xfrm>
            <a:off x="570825" y="472050"/>
            <a:ext cx="7713900" cy="4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25"/>
          <p:cNvSpPr txBox="1">
            <a:spLocks noGrp="1"/>
          </p:cNvSpPr>
          <p:nvPr>
            <p:ph type="subTitle" idx="1"/>
          </p:nvPr>
        </p:nvSpPr>
        <p:spPr>
          <a:xfrm>
            <a:off x="570825" y="1470400"/>
            <a:ext cx="3296400" cy="4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202" name="Google Shape;202;p25"/>
          <p:cNvSpPr txBox="1">
            <a:spLocks noGrp="1"/>
          </p:cNvSpPr>
          <p:nvPr>
            <p:ph type="body" idx="2"/>
          </p:nvPr>
        </p:nvSpPr>
        <p:spPr>
          <a:xfrm>
            <a:off x="4114125" y="1470400"/>
            <a:ext cx="4568100" cy="11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03" name="Google Shape;203;p25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5"/>
          <p:cNvSpPr txBox="1">
            <a:spLocks noGrp="1"/>
          </p:cNvSpPr>
          <p:nvPr>
            <p:ph type="subTitle" idx="3"/>
          </p:nvPr>
        </p:nvSpPr>
        <p:spPr>
          <a:xfrm>
            <a:off x="570825" y="3042025"/>
            <a:ext cx="3296400" cy="4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205" name="Google Shape;205;p25"/>
          <p:cNvSpPr txBox="1">
            <a:spLocks noGrp="1"/>
          </p:cNvSpPr>
          <p:nvPr>
            <p:ph type="body" idx="4"/>
          </p:nvPr>
        </p:nvSpPr>
        <p:spPr>
          <a:xfrm>
            <a:off x="4114125" y="3042025"/>
            <a:ext cx="4568100" cy="11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06" name="Google Shape;206;p25"/>
          <p:cNvSpPr/>
          <p:nvPr/>
        </p:nvSpPr>
        <p:spPr>
          <a:xfrm>
            <a:off x="8767975" y="0"/>
            <a:ext cx="3759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1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columns">
  <p:cSld name="SECTION_TITLE_AND_DESCRIPTION_2_1_1_1">
    <p:bg>
      <p:bgPr>
        <a:solidFill>
          <a:schemeClr val="lt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570825" y="472050"/>
            <a:ext cx="7713900" cy="4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26"/>
          <p:cNvSpPr txBox="1">
            <a:spLocks noGrp="1"/>
          </p:cNvSpPr>
          <p:nvPr>
            <p:ph type="subTitle" idx="1"/>
          </p:nvPr>
        </p:nvSpPr>
        <p:spPr>
          <a:xfrm>
            <a:off x="570825" y="1470400"/>
            <a:ext cx="3296400" cy="4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210" name="Google Shape;210;p26"/>
          <p:cNvSpPr txBox="1">
            <a:spLocks noGrp="1"/>
          </p:cNvSpPr>
          <p:nvPr>
            <p:ph type="body" idx="2"/>
          </p:nvPr>
        </p:nvSpPr>
        <p:spPr>
          <a:xfrm>
            <a:off x="4114125" y="1470400"/>
            <a:ext cx="4568100" cy="5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1" name="Google Shape;211;p26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6"/>
          <p:cNvSpPr/>
          <p:nvPr/>
        </p:nvSpPr>
        <p:spPr>
          <a:xfrm>
            <a:off x="8767975" y="0"/>
            <a:ext cx="3759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subTitle" idx="3"/>
          </p:nvPr>
        </p:nvSpPr>
        <p:spPr>
          <a:xfrm>
            <a:off x="570825" y="2504100"/>
            <a:ext cx="3296400" cy="4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body" idx="4"/>
          </p:nvPr>
        </p:nvSpPr>
        <p:spPr>
          <a:xfrm>
            <a:off x="4114125" y="2504100"/>
            <a:ext cx="4568100" cy="5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5" name="Google Shape;215;p26"/>
          <p:cNvSpPr txBox="1">
            <a:spLocks noGrp="1"/>
          </p:cNvSpPr>
          <p:nvPr>
            <p:ph type="subTitle" idx="5"/>
          </p:nvPr>
        </p:nvSpPr>
        <p:spPr>
          <a:xfrm>
            <a:off x="570825" y="3537800"/>
            <a:ext cx="3296400" cy="4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Work Sans Medium"/>
              <a:buNone/>
              <a:defRPr sz="1400">
                <a:solidFill>
                  <a:schemeClr val="accen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endParaRPr/>
          </a:p>
        </p:txBody>
      </p:sp>
      <p:sp>
        <p:nvSpPr>
          <p:cNvPr id="216" name="Google Shape;216;p26"/>
          <p:cNvSpPr txBox="1">
            <a:spLocks noGrp="1"/>
          </p:cNvSpPr>
          <p:nvPr>
            <p:ph type="body" idx="6"/>
          </p:nvPr>
        </p:nvSpPr>
        <p:spPr>
          <a:xfrm>
            <a:off x="4114125" y="3537800"/>
            <a:ext cx="4568100" cy="5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1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4 key metrics v3">
  <p:cSld name="SECTION_TITLE_AND_DESCRIPTION_1">
    <p:bg>
      <p:bgPr>
        <a:solidFill>
          <a:schemeClr val="dk1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>
            <a:spLocks noGrp="1"/>
          </p:cNvSpPr>
          <p:nvPr>
            <p:ph type="title"/>
          </p:nvPr>
        </p:nvSpPr>
        <p:spPr>
          <a:xfrm>
            <a:off x="361276" y="472050"/>
            <a:ext cx="8418300" cy="4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7"/>
          <p:cNvSpPr txBox="1">
            <a:spLocks noGrp="1"/>
          </p:cNvSpPr>
          <p:nvPr>
            <p:ph type="subTitle" idx="1"/>
          </p:nvPr>
        </p:nvSpPr>
        <p:spPr>
          <a:xfrm>
            <a:off x="364500" y="2022852"/>
            <a:ext cx="2004000" cy="4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Work Sans SemiBold"/>
              <a:buNone/>
              <a:defRPr sz="1800">
                <a:solidFill>
                  <a:schemeClr val="accent3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endParaRPr/>
          </a:p>
        </p:txBody>
      </p:sp>
      <p:sp>
        <p:nvSpPr>
          <p:cNvPr id="220" name="Google Shape;220;p27"/>
          <p:cNvSpPr txBox="1">
            <a:spLocks noGrp="1"/>
          </p:cNvSpPr>
          <p:nvPr>
            <p:ph type="body" idx="2"/>
          </p:nvPr>
        </p:nvSpPr>
        <p:spPr>
          <a:xfrm>
            <a:off x="364500" y="3041950"/>
            <a:ext cx="2004000" cy="5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21" name="Google Shape;221;p27"/>
          <p:cNvSpPr txBox="1">
            <a:spLocks noGrp="1"/>
          </p:cNvSpPr>
          <p:nvPr>
            <p:ph type="subTitle" idx="3"/>
          </p:nvPr>
        </p:nvSpPr>
        <p:spPr>
          <a:xfrm>
            <a:off x="2517475" y="2022852"/>
            <a:ext cx="2004000" cy="4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Work Sans SemiBold"/>
              <a:buNone/>
              <a:defRPr sz="1800">
                <a:solidFill>
                  <a:schemeClr val="accent4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endParaRPr/>
          </a:p>
        </p:txBody>
      </p:sp>
      <p:sp>
        <p:nvSpPr>
          <p:cNvPr id="222" name="Google Shape;222;p27"/>
          <p:cNvSpPr txBox="1">
            <a:spLocks noGrp="1"/>
          </p:cNvSpPr>
          <p:nvPr>
            <p:ph type="body" idx="4"/>
          </p:nvPr>
        </p:nvSpPr>
        <p:spPr>
          <a:xfrm>
            <a:off x="2517475" y="3041950"/>
            <a:ext cx="2004000" cy="5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23" name="Google Shape;223;p27"/>
          <p:cNvSpPr txBox="1">
            <a:spLocks noGrp="1"/>
          </p:cNvSpPr>
          <p:nvPr>
            <p:ph type="subTitle" idx="5"/>
          </p:nvPr>
        </p:nvSpPr>
        <p:spPr>
          <a:xfrm>
            <a:off x="4643225" y="2022852"/>
            <a:ext cx="2004000" cy="4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Work Sans SemiBold"/>
              <a:buNone/>
              <a:defRPr sz="1800">
                <a:solidFill>
                  <a:schemeClr val="accent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endParaRPr/>
          </a:p>
        </p:txBody>
      </p:sp>
      <p:sp>
        <p:nvSpPr>
          <p:cNvPr id="224" name="Google Shape;224;p27"/>
          <p:cNvSpPr txBox="1">
            <a:spLocks noGrp="1"/>
          </p:cNvSpPr>
          <p:nvPr>
            <p:ph type="body" idx="6"/>
          </p:nvPr>
        </p:nvSpPr>
        <p:spPr>
          <a:xfrm>
            <a:off x="4643225" y="3041950"/>
            <a:ext cx="2004000" cy="5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25" name="Google Shape;225;p27"/>
          <p:cNvSpPr txBox="1">
            <a:spLocks noGrp="1"/>
          </p:cNvSpPr>
          <p:nvPr>
            <p:ph type="subTitle" idx="7"/>
          </p:nvPr>
        </p:nvSpPr>
        <p:spPr>
          <a:xfrm>
            <a:off x="6775500" y="2022852"/>
            <a:ext cx="2004000" cy="4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SemiBold"/>
              <a:buNone/>
              <a:defRPr sz="1800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endParaRPr/>
          </a:p>
        </p:txBody>
      </p:sp>
      <p:sp>
        <p:nvSpPr>
          <p:cNvPr id="226" name="Google Shape;226;p27"/>
          <p:cNvSpPr txBox="1">
            <a:spLocks noGrp="1"/>
          </p:cNvSpPr>
          <p:nvPr>
            <p:ph type="body" idx="8"/>
          </p:nvPr>
        </p:nvSpPr>
        <p:spPr>
          <a:xfrm>
            <a:off x="6775500" y="3041950"/>
            <a:ext cx="2004000" cy="5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1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key metrics">
  <p:cSld name="SECTION_TITLE_AND_DESCRIPTION_1_1">
    <p:bg>
      <p:bgPr>
        <a:solidFill>
          <a:schemeClr val="dk1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8"/>
          <p:cNvSpPr txBox="1">
            <a:spLocks noGrp="1"/>
          </p:cNvSpPr>
          <p:nvPr>
            <p:ph type="title"/>
          </p:nvPr>
        </p:nvSpPr>
        <p:spPr>
          <a:xfrm>
            <a:off x="361276" y="472050"/>
            <a:ext cx="8418300" cy="4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8"/>
          <p:cNvSpPr txBox="1">
            <a:spLocks noGrp="1"/>
          </p:cNvSpPr>
          <p:nvPr>
            <p:ph type="subTitle" idx="1"/>
          </p:nvPr>
        </p:nvSpPr>
        <p:spPr>
          <a:xfrm>
            <a:off x="438478" y="2022850"/>
            <a:ext cx="2428800" cy="4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Work Sans SemiBold"/>
              <a:buNone/>
              <a:defRPr sz="1800">
                <a:solidFill>
                  <a:schemeClr val="accent3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endParaRPr/>
          </a:p>
        </p:txBody>
      </p:sp>
      <p:sp>
        <p:nvSpPr>
          <p:cNvPr id="230" name="Google Shape;230;p28"/>
          <p:cNvSpPr txBox="1">
            <a:spLocks noGrp="1"/>
          </p:cNvSpPr>
          <p:nvPr>
            <p:ph type="body" idx="2"/>
          </p:nvPr>
        </p:nvSpPr>
        <p:spPr>
          <a:xfrm>
            <a:off x="438478" y="3041949"/>
            <a:ext cx="2428800" cy="5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31" name="Google Shape;231;p28"/>
          <p:cNvSpPr txBox="1">
            <a:spLocks noGrp="1"/>
          </p:cNvSpPr>
          <p:nvPr>
            <p:ph type="subTitle" idx="3"/>
          </p:nvPr>
        </p:nvSpPr>
        <p:spPr>
          <a:xfrm>
            <a:off x="6201103" y="2022850"/>
            <a:ext cx="2428800" cy="4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SemiBold"/>
              <a:buNone/>
              <a:defRPr sz="1800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endParaRPr/>
          </a:p>
        </p:txBody>
      </p:sp>
      <p:sp>
        <p:nvSpPr>
          <p:cNvPr id="232" name="Google Shape;232;p28"/>
          <p:cNvSpPr txBox="1">
            <a:spLocks noGrp="1"/>
          </p:cNvSpPr>
          <p:nvPr>
            <p:ph type="body" idx="4"/>
          </p:nvPr>
        </p:nvSpPr>
        <p:spPr>
          <a:xfrm>
            <a:off x="6201103" y="3041949"/>
            <a:ext cx="2428800" cy="5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33" name="Google Shape;233;p28"/>
          <p:cNvSpPr txBox="1">
            <a:spLocks noGrp="1"/>
          </p:cNvSpPr>
          <p:nvPr>
            <p:ph type="subTitle" idx="5"/>
          </p:nvPr>
        </p:nvSpPr>
        <p:spPr>
          <a:xfrm>
            <a:off x="3319790" y="2022850"/>
            <a:ext cx="2428800" cy="4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Work Sans SemiBold"/>
              <a:buNone/>
              <a:defRPr sz="1800">
                <a:solidFill>
                  <a:schemeClr val="accent4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Work Sans SemiBold"/>
              <a:buNone/>
              <a:defRPr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endParaRPr/>
          </a:p>
        </p:txBody>
      </p:sp>
      <p:sp>
        <p:nvSpPr>
          <p:cNvPr id="234" name="Google Shape;234;p28"/>
          <p:cNvSpPr txBox="1">
            <a:spLocks noGrp="1"/>
          </p:cNvSpPr>
          <p:nvPr>
            <p:ph type="body" idx="6"/>
          </p:nvPr>
        </p:nvSpPr>
        <p:spPr>
          <a:xfrm>
            <a:off x="3319790" y="3041949"/>
            <a:ext cx="2428800" cy="5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1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key metrics v2">
  <p:cSld name="SECTION_TITLE_AND_DESCRIPTION_1_1_1">
    <p:bg>
      <p:bgPr>
        <a:solidFill>
          <a:schemeClr val="lt1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9"/>
          <p:cNvSpPr/>
          <p:nvPr/>
        </p:nvSpPr>
        <p:spPr>
          <a:xfrm>
            <a:off x="-18875" y="2986025"/>
            <a:ext cx="9162900" cy="22002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37" name="Google Shape;237;p29"/>
          <p:cNvSpPr/>
          <p:nvPr/>
        </p:nvSpPr>
        <p:spPr>
          <a:xfrm>
            <a:off x="463900" y="1743075"/>
            <a:ext cx="2182200" cy="2424000"/>
          </a:xfrm>
          <a:prstGeom prst="snip1Rect">
            <a:avLst>
              <a:gd name="adj" fmla="val 8737"/>
            </a:avLst>
          </a:prstGeom>
          <a:solidFill>
            <a:srgbClr val="0048D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9"/>
          <p:cNvSpPr txBox="1">
            <a:spLocks noGrp="1"/>
          </p:cNvSpPr>
          <p:nvPr>
            <p:ph type="title"/>
          </p:nvPr>
        </p:nvSpPr>
        <p:spPr>
          <a:xfrm>
            <a:off x="361276" y="472050"/>
            <a:ext cx="8418300" cy="4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29"/>
          <p:cNvSpPr txBox="1">
            <a:spLocks noGrp="1"/>
          </p:cNvSpPr>
          <p:nvPr>
            <p:ph type="subTitle" idx="1"/>
          </p:nvPr>
        </p:nvSpPr>
        <p:spPr>
          <a:xfrm>
            <a:off x="626600" y="2022850"/>
            <a:ext cx="1876500" cy="4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SemiBold"/>
              <a:buNone/>
              <a:defRPr sz="1800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endParaRPr/>
          </a:p>
        </p:txBody>
      </p:sp>
      <p:sp>
        <p:nvSpPr>
          <p:cNvPr id="240" name="Google Shape;240;p29"/>
          <p:cNvSpPr txBox="1">
            <a:spLocks noGrp="1"/>
          </p:cNvSpPr>
          <p:nvPr>
            <p:ph type="body" idx="2"/>
          </p:nvPr>
        </p:nvSpPr>
        <p:spPr>
          <a:xfrm>
            <a:off x="626675" y="3041950"/>
            <a:ext cx="1876500" cy="93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41" name="Google Shape;241;p29"/>
          <p:cNvSpPr/>
          <p:nvPr/>
        </p:nvSpPr>
        <p:spPr>
          <a:xfrm>
            <a:off x="6497900" y="1743075"/>
            <a:ext cx="2182200" cy="2424000"/>
          </a:xfrm>
          <a:prstGeom prst="snip1Rect">
            <a:avLst>
              <a:gd name="adj" fmla="val 873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9"/>
          <p:cNvSpPr txBox="1">
            <a:spLocks noGrp="1"/>
          </p:cNvSpPr>
          <p:nvPr>
            <p:ph type="subTitle" idx="3"/>
          </p:nvPr>
        </p:nvSpPr>
        <p:spPr>
          <a:xfrm>
            <a:off x="6660600" y="2022850"/>
            <a:ext cx="1876500" cy="4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SemiBold"/>
              <a:buNone/>
              <a:defRPr sz="1800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endParaRPr/>
          </a:p>
        </p:txBody>
      </p:sp>
      <p:sp>
        <p:nvSpPr>
          <p:cNvPr id="243" name="Google Shape;243;p29"/>
          <p:cNvSpPr txBox="1">
            <a:spLocks noGrp="1"/>
          </p:cNvSpPr>
          <p:nvPr>
            <p:ph type="body" idx="4"/>
          </p:nvPr>
        </p:nvSpPr>
        <p:spPr>
          <a:xfrm>
            <a:off x="6660675" y="3041950"/>
            <a:ext cx="1876500" cy="93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44" name="Google Shape;244;p29"/>
          <p:cNvSpPr/>
          <p:nvPr/>
        </p:nvSpPr>
        <p:spPr>
          <a:xfrm>
            <a:off x="3480900" y="1743075"/>
            <a:ext cx="2182200" cy="2424000"/>
          </a:xfrm>
          <a:prstGeom prst="snip1Rect">
            <a:avLst>
              <a:gd name="adj" fmla="val 873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29"/>
          <p:cNvSpPr txBox="1">
            <a:spLocks noGrp="1"/>
          </p:cNvSpPr>
          <p:nvPr>
            <p:ph type="subTitle" idx="5"/>
          </p:nvPr>
        </p:nvSpPr>
        <p:spPr>
          <a:xfrm>
            <a:off x="3643600" y="2022850"/>
            <a:ext cx="1876500" cy="4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SemiBold"/>
              <a:buNone/>
              <a:defRPr sz="1800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endParaRPr/>
          </a:p>
        </p:txBody>
      </p:sp>
      <p:sp>
        <p:nvSpPr>
          <p:cNvPr id="246" name="Google Shape;246;p29"/>
          <p:cNvSpPr txBox="1">
            <a:spLocks noGrp="1"/>
          </p:cNvSpPr>
          <p:nvPr>
            <p:ph type="body" idx="6"/>
          </p:nvPr>
        </p:nvSpPr>
        <p:spPr>
          <a:xfrm>
            <a:off x="3643675" y="3041950"/>
            <a:ext cx="1876500" cy="93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47" name="Google Shape;247;p29"/>
          <p:cNvSpPr/>
          <p:nvPr/>
        </p:nvSpPr>
        <p:spPr>
          <a:xfrm>
            <a:off x="8221162" y="-679637"/>
            <a:ext cx="1814400" cy="409500"/>
          </a:xfrm>
          <a:prstGeom prst="ellipse">
            <a:avLst/>
          </a:prstGeom>
          <a:noFill/>
          <a:ln w="25400" cap="flat" cmpd="sng">
            <a:solidFill>
              <a:srgbClr val="FF3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9"/>
          <p:cNvSpPr/>
          <p:nvPr/>
        </p:nvSpPr>
        <p:spPr>
          <a:xfrm>
            <a:off x="8221162" y="-436750"/>
            <a:ext cx="1814400" cy="414300"/>
          </a:xfrm>
          <a:prstGeom prst="ellipse">
            <a:avLst/>
          </a:prstGeom>
          <a:noFill/>
          <a:ln w="25400" cap="flat" cmpd="sng">
            <a:solidFill>
              <a:srgbClr val="FF3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9"/>
          <p:cNvSpPr/>
          <p:nvPr/>
        </p:nvSpPr>
        <p:spPr>
          <a:xfrm>
            <a:off x="8221162" y="-189100"/>
            <a:ext cx="1814400" cy="409500"/>
          </a:xfrm>
          <a:prstGeom prst="ellipse">
            <a:avLst/>
          </a:prstGeom>
          <a:noFill/>
          <a:ln w="25400" cap="flat" cmpd="sng">
            <a:solidFill>
              <a:srgbClr val="FF3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29"/>
          <p:cNvSpPr/>
          <p:nvPr/>
        </p:nvSpPr>
        <p:spPr>
          <a:xfrm>
            <a:off x="8221162" y="53788"/>
            <a:ext cx="1814400" cy="409500"/>
          </a:xfrm>
          <a:prstGeom prst="ellipse">
            <a:avLst/>
          </a:prstGeom>
          <a:noFill/>
          <a:ln w="25400" cap="flat" cmpd="sng">
            <a:solidFill>
              <a:srgbClr val="FF3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9"/>
          <p:cNvSpPr/>
          <p:nvPr/>
        </p:nvSpPr>
        <p:spPr>
          <a:xfrm>
            <a:off x="8221162" y="296675"/>
            <a:ext cx="1814400" cy="414300"/>
          </a:xfrm>
          <a:prstGeom prst="ellipse">
            <a:avLst/>
          </a:prstGeom>
          <a:noFill/>
          <a:ln w="25400" cap="flat" cmpd="sng">
            <a:solidFill>
              <a:srgbClr val="FF3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1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4 key metrics v2">
  <p:cSld name="CAPTION_ONLY">
    <p:bg>
      <p:bgPr>
        <a:solidFill>
          <a:schemeClr val="dk1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30"/>
          <p:cNvSpPr/>
          <p:nvPr/>
        </p:nvSpPr>
        <p:spPr>
          <a:xfrm>
            <a:off x="4448179" y="447675"/>
            <a:ext cx="2009700" cy="2009700"/>
          </a:xfrm>
          <a:prstGeom prst="snip1Rect">
            <a:avLst>
              <a:gd name="adj" fmla="val 8737"/>
            </a:avLst>
          </a:prstGeom>
          <a:solidFill>
            <a:srgbClr val="0048D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30"/>
          <p:cNvSpPr/>
          <p:nvPr/>
        </p:nvSpPr>
        <p:spPr>
          <a:xfrm>
            <a:off x="4448179" y="2676525"/>
            <a:ext cx="2009700" cy="2009700"/>
          </a:xfrm>
          <a:prstGeom prst="snip1Rect">
            <a:avLst>
              <a:gd name="adj" fmla="val 8538"/>
            </a:avLst>
          </a:prstGeom>
          <a:solidFill>
            <a:srgbClr val="C7C7C7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30"/>
          <p:cNvSpPr/>
          <p:nvPr/>
        </p:nvSpPr>
        <p:spPr>
          <a:xfrm>
            <a:off x="6677031" y="447675"/>
            <a:ext cx="2009700" cy="2009700"/>
          </a:xfrm>
          <a:prstGeom prst="snip1Rect">
            <a:avLst>
              <a:gd name="adj" fmla="val 8926"/>
            </a:avLst>
          </a:prstGeom>
          <a:solidFill>
            <a:srgbClr val="FEBB0B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30"/>
          <p:cNvSpPr/>
          <p:nvPr/>
        </p:nvSpPr>
        <p:spPr>
          <a:xfrm>
            <a:off x="6677031" y="2676525"/>
            <a:ext cx="2009700" cy="2009700"/>
          </a:xfrm>
          <a:prstGeom prst="snip1Rect">
            <a:avLst>
              <a:gd name="adj" fmla="val 8993"/>
            </a:avLst>
          </a:prstGeom>
          <a:solidFill>
            <a:srgbClr val="FF3F0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pic>
        <p:nvPicPr>
          <p:cNvPr id="258" name="Google Shape;258;p30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7200" y="1138238"/>
            <a:ext cx="900113" cy="961906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0"/>
          <p:cNvSpPr txBox="1">
            <a:spLocks noGrp="1"/>
          </p:cNvSpPr>
          <p:nvPr>
            <p:ph type="title"/>
          </p:nvPr>
        </p:nvSpPr>
        <p:spPr>
          <a:xfrm>
            <a:off x="299775" y="2516125"/>
            <a:ext cx="3196500" cy="11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30"/>
          <p:cNvSpPr txBox="1">
            <a:spLocks noGrp="1"/>
          </p:cNvSpPr>
          <p:nvPr>
            <p:ph type="subTitle" idx="1"/>
          </p:nvPr>
        </p:nvSpPr>
        <p:spPr>
          <a:xfrm>
            <a:off x="4625775" y="637875"/>
            <a:ext cx="9279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Medium"/>
              <a:buNone/>
              <a:defRPr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61" name="Google Shape;261;p30"/>
          <p:cNvSpPr txBox="1">
            <a:spLocks noGrp="1"/>
          </p:cNvSpPr>
          <p:nvPr>
            <p:ph type="body" idx="2"/>
          </p:nvPr>
        </p:nvSpPr>
        <p:spPr>
          <a:xfrm>
            <a:off x="4631925" y="1678923"/>
            <a:ext cx="1654500" cy="55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2" name="Google Shape;262;p30"/>
          <p:cNvSpPr txBox="1">
            <a:spLocks noGrp="1"/>
          </p:cNvSpPr>
          <p:nvPr>
            <p:ph type="subTitle" idx="3"/>
          </p:nvPr>
        </p:nvSpPr>
        <p:spPr>
          <a:xfrm>
            <a:off x="6851550" y="657925"/>
            <a:ext cx="9279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Medium"/>
              <a:buNone/>
              <a:defRPr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3" name="Google Shape;263;p30"/>
          <p:cNvSpPr txBox="1">
            <a:spLocks noGrp="1"/>
          </p:cNvSpPr>
          <p:nvPr>
            <p:ph type="body" idx="4"/>
          </p:nvPr>
        </p:nvSpPr>
        <p:spPr>
          <a:xfrm>
            <a:off x="6857700" y="1692253"/>
            <a:ext cx="1654500" cy="55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264" name="Google Shape;264;p30"/>
          <p:cNvSpPr txBox="1">
            <a:spLocks noGrp="1"/>
          </p:cNvSpPr>
          <p:nvPr>
            <p:ph type="subTitle" idx="5"/>
          </p:nvPr>
        </p:nvSpPr>
        <p:spPr>
          <a:xfrm>
            <a:off x="4622700" y="2886775"/>
            <a:ext cx="9279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Medium"/>
              <a:buNone/>
              <a:defRPr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5" name="Google Shape;265;p30"/>
          <p:cNvSpPr txBox="1">
            <a:spLocks noGrp="1"/>
          </p:cNvSpPr>
          <p:nvPr>
            <p:ph type="body" idx="6"/>
          </p:nvPr>
        </p:nvSpPr>
        <p:spPr>
          <a:xfrm>
            <a:off x="4628850" y="3922925"/>
            <a:ext cx="1654500" cy="5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6" name="Google Shape;266;p30"/>
          <p:cNvSpPr txBox="1">
            <a:spLocks noGrp="1"/>
          </p:cNvSpPr>
          <p:nvPr>
            <p:ph type="subTitle" idx="7"/>
          </p:nvPr>
        </p:nvSpPr>
        <p:spPr>
          <a:xfrm>
            <a:off x="6854625" y="2887125"/>
            <a:ext cx="9279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Medium"/>
              <a:buNone/>
              <a:defRPr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67" name="Google Shape;267;p30"/>
          <p:cNvSpPr txBox="1">
            <a:spLocks noGrp="1"/>
          </p:cNvSpPr>
          <p:nvPr>
            <p:ph type="body" idx="8"/>
          </p:nvPr>
        </p:nvSpPr>
        <p:spPr>
          <a:xfrm>
            <a:off x="6860775" y="3923228"/>
            <a:ext cx="1654500" cy="5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key metrics v3">
  <p:cSld name="CAPTION_ONLY_1">
    <p:bg>
      <p:bgPr>
        <a:solidFill>
          <a:schemeClr val="dk1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"/>
          <p:cNvSpPr/>
          <p:nvPr/>
        </p:nvSpPr>
        <p:spPr>
          <a:xfrm>
            <a:off x="4619625" y="221625"/>
            <a:ext cx="4238400" cy="1395300"/>
          </a:xfrm>
          <a:prstGeom prst="snip1Rect">
            <a:avLst>
              <a:gd name="adj" fmla="val 8737"/>
            </a:avLst>
          </a:prstGeom>
          <a:solidFill>
            <a:srgbClr val="0048D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0" name="Google Shape;270;p31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7200" y="1138238"/>
            <a:ext cx="900113" cy="961906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1"/>
          <p:cNvSpPr txBox="1">
            <a:spLocks noGrp="1"/>
          </p:cNvSpPr>
          <p:nvPr>
            <p:ph type="title"/>
          </p:nvPr>
        </p:nvSpPr>
        <p:spPr>
          <a:xfrm>
            <a:off x="299775" y="2516125"/>
            <a:ext cx="3196500" cy="11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31"/>
          <p:cNvSpPr txBox="1">
            <a:spLocks noGrp="1"/>
          </p:cNvSpPr>
          <p:nvPr>
            <p:ph type="subTitle" idx="1"/>
          </p:nvPr>
        </p:nvSpPr>
        <p:spPr>
          <a:xfrm>
            <a:off x="4797225" y="411825"/>
            <a:ext cx="3861300" cy="4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SemiBold"/>
              <a:buNone/>
              <a:defRPr sz="1800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73" name="Google Shape;273;p31"/>
          <p:cNvSpPr txBox="1">
            <a:spLocks noGrp="1"/>
          </p:cNvSpPr>
          <p:nvPr>
            <p:ph type="body" idx="2"/>
          </p:nvPr>
        </p:nvSpPr>
        <p:spPr>
          <a:xfrm>
            <a:off x="4797150" y="1001500"/>
            <a:ext cx="3861300" cy="45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4" name="Google Shape;274;p31"/>
          <p:cNvSpPr/>
          <p:nvPr/>
        </p:nvSpPr>
        <p:spPr>
          <a:xfrm>
            <a:off x="4608600" y="1874100"/>
            <a:ext cx="4238400" cy="1395300"/>
          </a:xfrm>
          <a:prstGeom prst="snip1Rect">
            <a:avLst>
              <a:gd name="adj" fmla="val 873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31"/>
          <p:cNvSpPr txBox="1">
            <a:spLocks noGrp="1"/>
          </p:cNvSpPr>
          <p:nvPr>
            <p:ph type="subTitle" idx="3"/>
          </p:nvPr>
        </p:nvSpPr>
        <p:spPr>
          <a:xfrm>
            <a:off x="4786200" y="2064300"/>
            <a:ext cx="3861300" cy="4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SemiBold"/>
              <a:buNone/>
              <a:defRPr sz="1800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endParaRPr/>
          </a:p>
        </p:txBody>
      </p:sp>
      <p:sp>
        <p:nvSpPr>
          <p:cNvPr id="276" name="Google Shape;276;p31"/>
          <p:cNvSpPr txBox="1">
            <a:spLocks noGrp="1"/>
          </p:cNvSpPr>
          <p:nvPr>
            <p:ph type="body" idx="4"/>
          </p:nvPr>
        </p:nvSpPr>
        <p:spPr>
          <a:xfrm>
            <a:off x="4786125" y="2653975"/>
            <a:ext cx="3861300" cy="45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7" name="Google Shape;277;p31"/>
          <p:cNvSpPr/>
          <p:nvPr/>
        </p:nvSpPr>
        <p:spPr>
          <a:xfrm>
            <a:off x="4597575" y="3526575"/>
            <a:ext cx="4238400" cy="1395300"/>
          </a:xfrm>
          <a:prstGeom prst="snip1Rect">
            <a:avLst>
              <a:gd name="adj" fmla="val 873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31"/>
          <p:cNvSpPr txBox="1">
            <a:spLocks noGrp="1"/>
          </p:cNvSpPr>
          <p:nvPr>
            <p:ph type="subTitle" idx="5"/>
          </p:nvPr>
        </p:nvSpPr>
        <p:spPr>
          <a:xfrm>
            <a:off x="4775175" y="3716775"/>
            <a:ext cx="3861300" cy="4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SemiBold"/>
              <a:buNone/>
              <a:defRPr sz="1800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Work Sans SemiBold"/>
              <a:buNone/>
              <a:defRPr sz="1800"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endParaRPr/>
          </a:p>
        </p:txBody>
      </p:sp>
      <p:sp>
        <p:nvSpPr>
          <p:cNvPr id="279" name="Google Shape;279;p31"/>
          <p:cNvSpPr txBox="1">
            <a:spLocks noGrp="1"/>
          </p:cNvSpPr>
          <p:nvPr>
            <p:ph type="body" idx="6"/>
          </p:nvPr>
        </p:nvSpPr>
        <p:spPr>
          <a:xfrm>
            <a:off x="4775100" y="4306450"/>
            <a:ext cx="3861300" cy="45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Paragraph v2 - Image">
  <p:cSld name="BIG_NUMBER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2" name="Google Shape;282;p32"/>
          <p:cNvSpPr/>
          <p:nvPr/>
        </p:nvSpPr>
        <p:spPr>
          <a:xfrm>
            <a:off x="5334175" y="744600"/>
            <a:ext cx="3343500" cy="3346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32"/>
          <p:cNvSpPr/>
          <p:nvPr/>
        </p:nvSpPr>
        <p:spPr>
          <a:xfrm rot="10800000">
            <a:off x="5038730" y="858900"/>
            <a:ext cx="3524400" cy="3524400"/>
          </a:xfrm>
          <a:prstGeom prst="snip1Rect">
            <a:avLst>
              <a:gd name="adj" fmla="val 11085"/>
            </a:avLst>
          </a:prstGeom>
          <a:solidFill>
            <a:srgbClr val="0048D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32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F3F0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32"/>
          <p:cNvSpPr>
            <a:spLocks noGrp="1"/>
          </p:cNvSpPr>
          <p:nvPr>
            <p:ph type="pic" idx="2"/>
          </p:nvPr>
        </p:nvSpPr>
        <p:spPr>
          <a:xfrm>
            <a:off x="5620125" y="1440300"/>
            <a:ext cx="2361600" cy="2361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86" name="Google Shape;286;p32"/>
          <p:cNvSpPr/>
          <p:nvPr/>
        </p:nvSpPr>
        <p:spPr>
          <a:xfrm rot="10800000">
            <a:off x="5037350" y="3987500"/>
            <a:ext cx="395100" cy="395100"/>
          </a:xfrm>
          <a:prstGeom prst="rtTriangle">
            <a:avLst/>
          </a:prstGeom>
          <a:solidFill>
            <a:srgbClr val="FEBB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287" name="Google Shape;287;p32"/>
          <p:cNvSpPr txBox="1">
            <a:spLocks noGrp="1"/>
          </p:cNvSpPr>
          <p:nvPr>
            <p:ph type="title"/>
          </p:nvPr>
        </p:nvSpPr>
        <p:spPr>
          <a:xfrm>
            <a:off x="414900" y="744600"/>
            <a:ext cx="3943500" cy="4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32"/>
          <p:cNvSpPr txBox="1">
            <a:spLocks noGrp="1"/>
          </p:cNvSpPr>
          <p:nvPr>
            <p:ph type="body" idx="1"/>
          </p:nvPr>
        </p:nvSpPr>
        <p:spPr>
          <a:xfrm>
            <a:off x="431300" y="1509700"/>
            <a:ext cx="3943500" cy="28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Paragraph v1">
  <p:cSld name="BIG_NUMBER_1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" name="Google Shape;291;p33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33"/>
          <p:cNvSpPr txBox="1">
            <a:spLocks noGrp="1"/>
          </p:cNvSpPr>
          <p:nvPr>
            <p:ph type="title"/>
          </p:nvPr>
        </p:nvSpPr>
        <p:spPr>
          <a:xfrm>
            <a:off x="414900" y="401700"/>
            <a:ext cx="8253000" cy="4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33"/>
          <p:cNvSpPr txBox="1">
            <a:spLocks noGrp="1"/>
          </p:cNvSpPr>
          <p:nvPr>
            <p:ph type="body" idx="1"/>
          </p:nvPr>
        </p:nvSpPr>
        <p:spPr>
          <a:xfrm>
            <a:off x="414900" y="1166800"/>
            <a:ext cx="8253000" cy="28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grpSp>
        <p:nvGrpSpPr>
          <p:cNvPr id="294" name="Google Shape;294;p33"/>
          <p:cNvGrpSpPr/>
          <p:nvPr/>
        </p:nvGrpSpPr>
        <p:grpSpPr>
          <a:xfrm>
            <a:off x="7735387" y="3959038"/>
            <a:ext cx="1814400" cy="1390613"/>
            <a:chOff x="2982412" y="1568263"/>
            <a:chExt cx="1814400" cy="1390613"/>
          </a:xfrm>
        </p:grpSpPr>
        <p:sp>
          <p:nvSpPr>
            <p:cNvPr id="295" name="Google Shape;295;p33"/>
            <p:cNvSpPr/>
            <p:nvPr/>
          </p:nvSpPr>
          <p:spPr>
            <a:xfrm>
              <a:off x="2982412" y="1568263"/>
              <a:ext cx="1814400" cy="4095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3"/>
            <p:cNvSpPr/>
            <p:nvPr/>
          </p:nvSpPr>
          <p:spPr>
            <a:xfrm>
              <a:off x="2982412" y="1811150"/>
              <a:ext cx="1814400" cy="4143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/>
            <p:cNvSpPr/>
            <p:nvPr/>
          </p:nvSpPr>
          <p:spPr>
            <a:xfrm>
              <a:off x="2982412" y="2058800"/>
              <a:ext cx="1814400" cy="4095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3"/>
            <p:cNvSpPr/>
            <p:nvPr/>
          </p:nvSpPr>
          <p:spPr>
            <a:xfrm>
              <a:off x="2982412" y="2301688"/>
              <a:ext cx="1814400" cy="4095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3"/>
            <p:cNvSpPr/>
            <p:nvPr/>
          </p:nvSpPr>
          <p:spPr>
            <a:xfrm>
              <a:off x="2982412" y="2544575"/>
              <a:ext cx="1814400" cy="4143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Bullet Points v1 No Image">
  <p:cSld name="BIG_NUMBER_1_2">
    <p:bg>
      <p:bgPr>
        <a:solidFill>
          <a:schemeClr val="accent2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2" name="Google Shape;302;p34"/>
          <p:cNvSpPr txBox="1">
            <a:spLocks noGrp="1"/>
          </p:cNvSpPr>
          <p:nvPr>
            <p:ph type="title"/>
          </p:nvPr>
        </p:nvSpPr>
        <p:spPr>
          <a:xfrm>
            <a:off x="414900" y="401700"/>
            <a:ext cx="8253000" cy="4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3" name="Google Shape;303;p34"/>
          <p:cNvSpPr txBox="1">
            <a:spLocks noGrp="1"/>
          </p:cNvSpPr>
          <p:nvPr>
            <p:ph type="body" idx="1"/>
          </p:nvPr>
        </p:nvSpPr>
        <p:spPr>
          <a:xfrm>
            <a:off x="414900" y="1166800"/>
            <a:ext cx="8253000" cy="28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paragraphs">
  <p:cSld name="BIG_NUMBER_1_1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6" name="Google Shape;306;p35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35"/>
          <p:cNvSpPr txBox="1">
            <a:spLocks noGrp="1"/>
          </p:cNvSpPr>
          <p:nvPr>
            <p:ph type="title"/>
          </p:nvPr>
        </p:nvSpPr>
        <p:spPr>
          <a:xfrm>
            <a:off x="414900" y="401700"/>
            <a:ext cx="8253000" cy="4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35"/>
          <p:cNvSpPr txBox="1">
            <a:spLocks noGrp="1"/>
          </p:cNvSpPr>
          <p:nvPr>
            <p:ph type="body" idx="1"/>
          </p:nvPr>
        </p:nvSpPr>
        <p:spPr>
          <a:xfrm>
            <a:off x="414900" y="1166788"/>
            <a:ext cx="2423700" cy="28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9" name="Google Shape;309;p35"/>
          <p:cNvSpPr txBox="1">
            <a:spLocks noGrp="1"/>
          </p:cNvSpPr>
          <p:nvPr>
            <p:ph type="body" idx="2"/>
          </p:nvPr>
        </p:nvSpPr>
        <p:spPr>
          <a:xfrm>
            <a:off x="6291825" y="1166788"/>
            <a:ext cx="2423700" cy="28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10" name="Google Shape;310;p35"/>
          <p:cNvSpPr txBox="1">
            <a:spLocks noGrp="1"/>
          </p:cNvSpPr>
          <p:nvPr>
            <p:ph type="body" idx="3"/>
          </p:nvPr>
        </p:nvSpPr>
        <p:spPr>
          <a:xfrm>
            <a:off x="3539100" y="1166788"/>
            <a:ext cx="2423700" cy="28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grpSp>
        <p:nvGrpSpPr>
          <p:cNvPr id="311" name="Google Shape;311;p35"/>
          <p:cNvGrpSpPr/>
          <p:nvPr/>
        </p:nvGrpSpPr>
        <p:grpSpPr>
          <a:xfrm>
            <a:off x="8144685" y="-307495"/>
            <a:ext cx="1332313" cy="1332088"/>
            <a:chOff x="5814125" y="1393900"/>
            <a:chExt cx="2255100" cy="2255100"/>
          </a:xfrm>
        </p:grpSpPr>
        <p:sp>
          <p:nvSpPr>
            <p:cNvPr id="312" name="Google Shape;312;p35"/>
            <p:cNvSpPr/>
            <p:nvPr/>
          </p:nvSpPr>
          <p:spPr>
            <a:xfrm>
              <a:off x="6844025" y="1393900"/>
              <a:ext cx="195300" cy="225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13" name="Google Shape;313;p35"/>
            <p:cNvSpPr/>
            <p:nvPr/>
          </p:nvSpPr>
          <p:spPr>
            <a:xfrm rot="-5400000">
              <a:off x="6844025" y="1402250"/>
              <a:ext cx="195300" cy="225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14" name="Google Shape;314;p35"/>
            <p:cNvSpPr/>
            <p:nvPr/>
          </p:nvSpPr>
          <p:spPr>
            <a:xfrm rot="-2700000">
              <a:off x="6843997" y="1402319"/>
              <a:ext cx="195161" cy="225496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15" name="Google Shape;315;p35"/>
            <p:cNvSpPr/>
            <p:nvPr/>
          </p:nvSpPr>
          <p:spPr>
            <a:xfrm rot="-8100000">
              <a:off x="6849999" y="1408320"/>
              <a:ext cx="195161" cy="225496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4 Bullet Points" type="blank">
  <p:cSld name="BLANK">
    <p:bg>
      <p:bgPr>
        <a:solidFill>
          <a:schemeClr val="accent2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6"/>
          <p:cNvSpPr/>
          <p:nvPr/>
        </p:nvSpPr>
        <p:spPr>
          <a:xfrm>
            <a:off x="666000" y="1314025"/>
            <a:ext cx="3526200" cy="33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36"/>
          <p:cNvSpPr/>
          <p:nvPr/>
        </p:nvSpPr>
        <p:spPr>
          <a:xfrm>
            <a:off x="6680975" y="0"/>
            <a:ext cx="2463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36"/>
          <p:cNvSpPr>
            <a:spLocks noGrp="1"/>
          </p:cNvSpPr>
          <p:nvPr>
            <p:ph type="pic" idx="2"/>
          </p:nvPr>
        </p:nvSpPr>
        <p:spPr>
          <a:xfrm>
            <a:off x="666000" y="1314540"/>
            <a:ext cx="3435000" cy="32145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36"/>
          <p:cNvSpPr/>
          <p:nvPr/>
        </p:nvSpPr>
        <p:spPr>
          <a:xfrm>
            <a:off x="4619625" y="166763"/>
            <a:ext cx="4238400" cy="1014600"/>
          </a:xfrm>
          <a:prstGeom prst="snip1Rect">
            <a:avLst>
              <a:gd name="adj" fmla="val 873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21" name="Google Shape;321;p36"/>
          <p:cNvSpPr txBox="1">
            <a:spLocks noGrp="1"/>
          </p:cNvSpPr>
          <p:nvPr>
            <p:ph type="body" idx="1"/>
          </p:nvPr>
        </p:nvSpPr>
        <p:spPr>
          <a:xfrm>
            <a:off x="5332225" y="347875"/>
            <a:ext cx="3326100" cy="67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grpSp>
        <p:nvGrpSpPr>
          <p:cNvPr id="322" name="Google Shape;322;p36"/>
          <p:cNvGrpSpPr/>
          <p:nvPr/>
        </p:nvGrpSpPr>
        <p:grpSpPr>
          <a:xfrm>
            <a:off x="4849410" y="521229"/>
            <a:ext cx="327666" cy="327666"/>
            <a:chOff x="5814125" y="1393900"/>
            <a:chExt cx="2255100" cy="2255100"/>
          </a:xfrm>
        </p:grpSpPr>
        <p:sp>
          <p:nvSpPr>
            <p:cNvPr id="323" name="Google Shape;323;p36"/>
            <p:cNvSpPr/>
            <p:nvPr/>
          </p:nvSpPr>
          <p:spPr>
            <a:xfrm>
              <a:off x="6844025" y="1393900"/>
              <a:ext cx="195300" cy="225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24" name="Google Shape;324;p36"/>
            <p:cNvSpPr/>
            <p:nvPr/>
          </p:nvSpPr>
          <p:spPr>
            <a:xfrm rot="-5400000">
              <a:off x="6844025" y="1402250"/>
              <a:ext cx="195300" cy="225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25" name="Google Shape;325;p36"/>
            <p:cNvSpPr/>
            <p:nvPr/>
          </p:nvSpPr>
          <p:spPr>
            <a:xfrm rot="-2700000">
              <a:off x="6843997" y="1402319"/>
              <a:ext cx="195161" cy="225496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26" name="Google Shape;326;p36"/>
            <p:cNvSpPr/>
            <p:nvPr/>
          </p:nvSpPr>
          <p:spPr>
            <a:xfrm rot="-8100000">
              <a:off x="6849999" y="1408320"/>
              <a:ext cx="195161" cy="225496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327" name="Google Shape;327;p36"/>
          <p:cNvSpPr txBox="1">
            <a:spLocks noGrp="1"/>
          </p:cNvSpPr>
          <p:nvPr>
            <p:ph type="body" idx="3"/>
          </p:nvPr>
        </p:nvSpPr>
        <p:spPr>
          <a:xfrm>
            <a:off x="5132250" y="3488438"/>
            <a:ext cx="3526200" cy="67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28" name="Google Shape;328;p36"/>
          <p:cNvSpPr txBox="1">
            <a:spLocks noGrp="1"/>
          </p:cNvSpPr>
          <p:nvPr>
            <p:ph type="body" idx="4"/>
          </p:nvPr>
        </p:nvSpPr>
        <p:spPr>
          <a:xfrm>
            <a:off x="5132250" y="2123000"/>
            <a:ext cx="3526200" cy="67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29" name="Google Shape;329;p36"/>
          <p:cNvSpPr txBox="1">
            <a:spLocks noGrp="1"/>
          </p:cNvSpPr>
          <p:nvPr>
            <p:ph type="title"/>
          </p:nvPr>
        </p:nvSpPr>
        <p:spPr>
          <a:xfrm>
            <a:off x="574650" y="332975"/>
            <a:ext cx="3526200" cy="4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0" name="Google Shape;330;p36"/>
          <p:cNvSpPr/>
          <p:nvPr/>
        </p:nvSpPr>
        <p:spPr>
          <a:xfrm>
            <a:off x="4619625" y="1431888"/>
            <a:ext cx="4238400" cy="1014600"/>
          </a:xfrm>
          <a:prstGeom prst="snip1Rect">
            <a:avLst>
              <a:gd name="adj" fmla="val 873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31" name="Google Shape;331;p36"/>
          <p:cNvSpPr txBox="1">
            <a:spLocks noGrp="1"/>
          </p:cNvSpPr>
          <p:nvPr>
            <p:ph type="body" idx="5"/>
          </p:nvPr>
        </p:nvSpPr>
        <p:spPr>
          <a:xfrm>
            <a:off x="5332225" y="1613000"/>
            <a:ext cx="3326100" cy="67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grpSp>
        <p:nvGrpSpPr>
          <p:cNvPr id="332" name="Google Shape;332;p36"/>
          <p:cNvGrpSpPr/>
          <p:nvPr/>
        </p:nvGrpSpPr>
        <p:grpSpPr>
          <a:xfrm>
            <a:off x="4849410" y="1786354"/>
            <a:ext cx="327666" cy="327666"/>
            <a:chOff x="5814125" y="1393900"/>
            <a:chExt cx="2255100" cy="2255100"/>
          </a:xfrm>
        </p:grpSpPr>
        <p:sp>
          <p:nvSpPr>
            <p:cNvPr id="333" name="Google Shape;333;p36"/>
            <p:cNvSpPr/>
            <p:nvPr/>
          </p:nvSpPr>
          <p:spPr>
            <a:xfrm>
              <a:off x="6844025" y="1393900"/>
              <a:ext cx="195300" cy="225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34" name="Google Shape;334;p36"/>
            <p:cNvSpPr/>
            <p:nvPr/>
          </p:nvSpPr>
          <p:spPr>
            <a:xfrm rot="-5400000">
              <a:off x="6844025" y="1402250"/>
              <a:ext cx="195300" cy="225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35" name="Google Shape;335;p36"/>
            <p:cNvSpPr/>
            <p:nvPr/>
          </p:nvSpPr>
          <p:spPr>
            <a:xfrm rot="-2700000">
              <a:off x="6843997" y="1402319"/>
              <a:ext cx="195161" cy="225496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36" name="Google Shape;336;p36"/>
            <p:cNvSpPr/>
            <p:nvPr/>
          </p:nvSpPr>
          <p:spPr>
            <a:xfrm rot="-8100000">
              <a:off x="6849999" y="1408320"/>
              <a:ext cx="195161" cy="225496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337" name="Google Shape;337;p36"/>
          <p:cNvSpPr/>
          <p:nvPr/>
        </p:nvSpPr>
        <p:spPr>
          <a:xfrm>
            <a:off x="4619625" y="2697013"/>
            <a:ext cx="4238400" cy="1014600"/>
          </a:xfrm>
          <a:prstGeom prst="snip1Rect">
            <a:avLst>
              <a:gd name="adj" fmla="val 873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38" name="Google Shape;338;p36"/>
          <p:cNvSpPr txBox="1">
            <a:spLocks noGrp="1"/>
          </p:cNvSpPr>
          <p:nvPr>
            <p:ph type="body" idx="6"/>
          </p:nvPr>
        </p:nvSpPr>
        <p:spPr>
          <a:xfrm>
            <a:off x="5332225" y="2878125"/>
            <a:ext cx="3326100" cy="67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grpSp>
        <p:nvGrpSpPr>
          <p:cNvPr id="339" name="Google Shape;339;p36"/>
          <p:cNvGrpSpPr/>
          <p:nvPr/>
        </p:nvGrpSpPr>
        <p:grpSpPr>
          <a:xfrm>
            <a:off x="4849410" y="3051479"/>
            <a:ext cx="327666" cy="327666"/>
            <a:chOff x="5814125" y="1393900"/>
            <a:chExt cx="2255100" cy="2255100"/>
          </a:xfrm>
        </p:grpSpPr>
        <p:sp>
          <p:nvSpPr>
            <p:cNvPr id="340" name="Google Shape;340;p36"/>
            <p:cNvSpPr/>
            <p:nvPr/>
          </p:nvSpPr>
          <p:spPr>
            <a:xfrm>
              <a:off x="6844025" y="1393900"/>
              <a:ext cx="195300" cy="225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41" name="Google Shape;341;p36"/>
            <p:cNvSpPr/>
            <p:nvPr/>
          </p:nvSpPr>
          <p:spPr>
            <a:xfrm rot="-5400000">
              <a:off x="6844025" y="1402250"/>
              <a:ext cx="195300" cy="225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42" name="Google Shape;342;p36"/>
            <p:cNvSpPr/>
            <p:nvPr/>
          </p:nvSpPr>
          <p:spPr>
            <a:xfrm rot="-2700000">
              <a:off x="6843997" y="1402319"/>
              <a:ext cx="195161" cy="225496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43" name="Google Shape;343;p36"/>
            <p:cNvSpPr/>
            <p:nvPr/>
          </p:nvSpPr>
          <p:spPr>
            <a:xfrm rot="-8100000">
              <a:off x="6849999" y="1408320"/>
              <a:ext cx="195161" cy="225496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344" name="Google Shape;344;p36"/>
          <p:cNvSpPr/>
          <p:nvPr/>
        </p:nvSpPr>
        <p:spPr>
          <a:xfrm>
            <a:off x="4619625" y="3962138"/>
            <a:ext cx="4238400" cy="1014600"/>
          </a:xfrm>
          <a:prstGeom prst="snip1Rect">
            <a:avLst>
              <a:gd name="adj" fmla="val 873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45" name="Google Shape;345;p36"/>
          <p:cNvSpPr txBox="1">
            <a:spLocks noGrp="1"/>
          </p:cNvSpPr>
          <p:nvPr>
            <p:ph type="body" idx="7"/>
          </p:nvPr>
        </p:nvSpPr>
        <p:spPr>
          <a:xfrm>
            <a:off x="5332225" y="4143250"/>
            <a:ext cx="3326100" cy="67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grpSp>
        <p:nvGrpSpPr>
          <p:cNvPr id="346" name="Google Shape;346;p36"/>
          <p:cNvGrpSpPr/>
          <p:nvPr/>
        </p:nvGrpSpPr>
        <p:grpSpPr>
          <a:xfrm>
            <a:off x="4849410" y="4316604"/>
            <a:ext cx="327666" cy="327666"/>
            <a:chOff x="5814125" y="1393900"/>
            <a:chExt cx="2255100" cy="2255100"/>
          </a:xfrm>
        </p:grpSpPr>
        <p:sp>
          <p:nvSpPr>
            <p:cNvPr id="347" name="Google Shape;347;p36"/>
            <p:cNvSpPr/>
            <p:nvPr/>
          </p:nvSpPr>
          <p:spPr>
            <a:xfrm>
              <a:off x="6844025" y="1393900"/>
              <a:ext cx="195300" cy="225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48" name="Google Shape;348;p36"/>
            <p:cNvSpPr/>
            <p:nvPr/>
          </p:nvSpPr>
          <p:spPr>
            <a:xfrm rot="-5400000">
              <a:off x="6844025" y="1402250"/>
              <a:ext cx="195300" cy="225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49" name="Google Shape;349;p36"/>
            <p:cNvSpPr/>
            <p:nvPr/>
          </p:nvSpPr>
          <p:spPr>
            <a:xfrm rot="-2700000">
              <a:off x="6843997" y="1402319"/>
              <a:ext cx="195161" cy="225496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50" name="Google Shape;350;p36"/>
            <p:cNvSpPr/>
            <p:nvPr/>
          </p:nvSpPr>
          <p:spPr>
            <a:xfrm rot="-8100000">
              <a:off x="6849999" y="1408320"/>
              <a:ext cx="195161" cy="225496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Bullet Points v2">
  <p:cSld name="BLANK_2">
    <p:bg>
      <p:bgPr>
        <a:solidFill>
          <a:schemeClr val="accent2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7"/>
          <p:cNvSpPr/>
          <p:nvPr/>
        </p:nvSpPr>
        <p:spPr>
          <a:xfrm>
            <a:off x="666000" y="1314025"/>
            <a:ext cx="3526200" cy="33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37"/>
          <p:cNvSpPr/>
          <p:nvPr/>
        </p:nvSpPr>
        <p:spPr>
          <a:xfrm>
            <a:off x="4759875" y="0"/>
            <a:ext cx="43842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37"/>
          <p:cNvSpPr>
            <a:spLocks noGrp="1"/>
          </p:cNvSpPr>
          <p:nvPr>
            <p:ph type="pic" idx="2"/>
          </p:nvPr>
        </p:nvSpPr>
        <p:spPr>
          <a:xfrm>
            <a:off x="574650" y="1229050"/>
            <a:ext cx="3526200" cy="33000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37"/>
          <p:cNvSpPr txBox="1">
            <a:spLocks noGrp="1"/>
          </p:cNvSpPr>
          <p:nvPr>
            <p:ph type="body" idx="1"/>
          </p:nvPr>
        </p:nvSpPr>
        <p:spPr>
          <a:xfrm>
            <a:off x="5137100" y="1124700"/>
            <a:ext cx="3571800" cy="32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grpSp>
        <p:nvGrpSpPr>
          <p:cNvPr id="356" name="Google Shape;356;p37"/>
          <p:cNvGrpSpPr/>
          <p:nvPr/>
        </p:nvGrpSpPr>
        <p:grpSpPr>
          <a:xfrm>
            <a:off x="5137110" y="521229"/>
            <a:ext cx="327666" cy="327666"/>
            <a:chOff x="5814125" y="1393900"/>
            <a:chExt cx="2255100" cy="2255100"/>
          </a:xfrm>
        </p:grpSpPr>
        <p:sp>
          <p:nvSpPr>
            <p:cNvPr id="357" name="Google Shape;357;p37"/>
            <p:cNvSpPr/>
            <p:nvPr/>
          </p:nvSpPr>
          <p:spPr>
            <a:xfrm>
              <a:off x="6844025" y="1393900"/>
              <a:ext cx="195300" cy="225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58" name="Google Shape;358;p37"/>
            <p:cNvSpPr/>
            <p:nvPr/>
          </p:nvSpPr>
          <p:spPr>
            <a:xfrm rot="-5400000">
              <a:off x="6844025" y="1402250"/>
              <a:ext cx="195300" cy="225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59" name="Google Shape;359;p37"/>
            <p:cNvSpPr/>
            <p:nvPr/>
          </p:nvSpPr>
          <p:spPr>
            <a:xfrm rot="-2700000">
              <a:off x="6843997" y="1402319"/>
              <a:ext cx="195161" cy="225496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60" name="Google Shape;360;p37"/>
            <p:cNvSpPr/>
            <p:nvPr/>
          </p:nvSpPr>
          <p:spPr>
            <a:xfrm rot="-8100000">
              <a:off x="6849999" y="1408320"/>
              <a:ext cx="195161" cy="225496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361" name="Google Shape;361;p37"/>
          <p:cNvSpPr txBox="1">
            <a:spLocks noGrp="1"/>
          </p:cNvSpPr>
          <p:nvPr>
            <p:ph type="title"/>
          </p:nvPr>
        </p:nvSpPr>
        <p:spPr>
          <a:xfrm>
            <a:off x="574650" y="332975"/>
            <a:ext cx="3526200" cy="4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236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Paragraph v2 - Image">
  <p:cSld name="BLANK_1">
    <p:bg>
      <p:bgPr>
        <a:solidFill>
          <a:schemeClr val="lt1"/>
        </a:solid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8"/>
          <p:cNvSpPr/>
          <p:nvPr/>
        </p:nvSpPr>
        <p:spPr>
          <a:xfrm>
            <a:off x="4739700" y="0"/>
            <a:ext cx="4318200" cy="5143500"/>
          </a:xfrm>
          <a:prstGeom prst="rect">
            <a:avLst/>
          </a:prstGeom>
          <a:solidFill>
            <a:srgbClr val="FF3F0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38"/>
          <p:cNvSpPr>
            <a:spLocks noGrp="1"/>
          </p:cNvSpPr>
          <p:nvPr>
            <p:ph type="pic" idx="2"/>
          </p:nvPr>
        </p:nvSpPr>
        <p:spPr>
          <a:xfrm>
            <a:off x="4825800" y="0"/>
            <a:ext cx="4318200" cy="5177100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38"/>
          <p:cNvSpPr txBox="1">
            <a:spLocks noGrp="1"/>
          </p:cNvSpPr>
          <p:nvPr>
            <p:ph type="title"/>
          </p:nvPr>
        </p:nvSpPr>
        <p:spPr>
          <a:xfrm>
            <a:off x="487725" y="515475"/>
            <a:ext cx="41799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38"/>
          <p:cNvSpPr txBox="1">
            <a:spLocks noGrp="1"/>
          </p:cNvSpPr>
          <p:nvPr>
            <p:ph type="body" idx="1"/>
          </p:nvPr>
        </p:nvSpPr>
        <p:spPr>
          <a:xfrm>
            <a:off x="484900" y="1139875"/>
            <a:ext cx="3943500" cy="2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Bullet Points v1">
  <p:cSld name="BLANK_1_1">
    <p:bg>
      <p:bgPr>
        <a:solidFill>
          <a:schemeClr val="lt1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9"/>
          <p:cNvSpPr/>
          <p:nvPr/>
        </p:nvSpPr>
        <p:spPr>
          <a:xfrm>
            <a:off x="5505125" y="0"/>
            <a:ext cx="3552900" cy="5029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39"/>
          <p:cNvSpPr>
            <a:spLocks noGrp="1"/>
          </p:cNvSpPr>
          <p:nvPr>
            <p:ph type="pic" idx="2"/>
          </p:nvPr>
        </p:nvSpPr>
        <p:spPr>
          <a:xfrm>
            <a:off x="5617800" y="0"/>
            <a:ext cx="3526200" cy="51771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39"/>
          <p:cNvSpPr txBox="1">
            <a:spLocks noGrp="1"/>
          </p:cNvSpPr>
          <p:nvPr>
            <p:ph type="title"/>
          </p:nvPr>
        </p:nvSpPr>
        <p:spPr>
          <a:xfrm>
            <a:off x="487725" y="515475"/>
            <a:ext cx="41799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71" name="Google Shape;371;p39"/>
          <p:cNvSpPr txBox="1">
            <a:spLocks noGrp="1"/>
          </p:cNvSpPr>
          <p:nvPr>
            <p:ph type="body" idx="1"/>
          </p:nvPr>
        </p:nvSpPr>
        <p:spPr>
          <a:xfrm>
            <a:off x="484900" y="1139875"/>
            <a:ext cx="3943500" cy="2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Bullet Points v2">
  <p:cSld name="BLANK_1_1_1">
    <p:bg>
      <p:bgPr>
        <a:solidFill>
          <a:schemeClr val="lt1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0"/>
          <p:cNvSpPr/>
          <p:nvPr/>
        </p:nvSpPr>
        <p:spPr>
          <a:xfrm>
            <a:off x="228600" y="37650"/>
            <a:ext cx="3552900" cy="5068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40"/>
          <p:cNvSpPr>
            <a:spLocks noGrp="1"/>
          </p:cNvSpPr>
          <p:nvPr>
            <p:ph type="pic" idx="2"/>
          </p:nvPr>
        </p:nvSpPr>
        <p:spPr>
          <a:xfrm>
            <a:off x="0" y="-2675"/>
            <a:ext cx="3720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40"/>
          <p:cNvSpPr txBox="1">
            <a:spLocks noGrp="1"/>
          </p:cNvSpPr>
          <p:nvPr>
            <p:ph type="title"/>
          </p:nvPr>
        </p:nvSpPr>
        <p:spPr>
          <a:xfrm>
            <a:off x="4139625" y="515475"/>
            <a:ext cx="41799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40"/>
          <p:cNvSpPr txBox="1">
            <a:spLocks noGrp="1"/>
          </p:cNvSpPr>
          <p:nvPr>
            <p:ph type="body" idx="1"/>
          </p:nvPr>
        </p:nvSpPr>
        <p:spPr>
          <a:xfrm>
            <a:off x="4136800" y="1139875"/>
            <a:ext cx="3943500" cy="2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Layout 3">
  <p:cSld name="DEFAULT">
    <p:bg>
      <p:bgPr>
        <a:solidFill>
          <a:srgbClr val="0048D0"/>
        </a:solidFill>
        <a:effectLst/>
      </p:bgPr>
    </p:bg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41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96605" y="4238625"/>
            <a:ext cx="381000" cy="380953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41"/>
          <p:cNvSpPr>
            <a:spLocks noGrp="1"/>
          </p:cNvSpPr>
          <p:nvPr>
            <p:ph type="pic" idx="2"/>
          </p:nvPr>
        </p:nvSpPr>
        <p:spPr>
          <a:xfrm>
            <a:off x="464450" y="787200"/>
            <a:ext cx="8222400" cy="2013000"/>
          </a:xfrm>
          <a:prstGeom prst="rect">
            <a:avLst/>
          </a:prstGeom>
          <a:noFill/>
          <a:ln>
            <a:noFill/>
          </a:ln>
        </p:spPr>
      </p:sp>
      <p:sp>
        <p:nvSpPr>
          <p:cNvPr id="380" name="Google Shape;380;p41"/>
          <p:cNvSpPr txBox="1">
            <a:spLocks noGrp="1"/>
          </p:cNvSpPr>
          <p:nvPr>
            <p:ph type="title"/>
          </p:nvPr>
        </p:nvSpPr>
        <p:spPr>
          <a:xfrm>
            <a:off x="464450" y="3090875"/>
            <a:ext cx="3872400" cy="10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pic>
        <p:nvPicPr>
          <p:cNvPr id="381" name="Google Shape;381;p41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94876" y="-137175"/>
            <a:ext cx="921050" cy="667475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1"/>
          <p:cNvSpPr txBox="1">
            <a:spLocks noGrp="1"/>
          </p:cNvSpPr>
          <p:nvPr>
            <p:ph type="body" idx="1"/>
          </p:nvPr>
        </p:nvSpPr>
        <p:spPr>
          <a:xfrm>
            <a:off x="4814450" y="3091185"/>
            <a:ext cx="3872400" cy="10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●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○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■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●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○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■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●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○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■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Layout 4">
  <p:cSld name="CUSTOM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2"/>
          <p:cNvSpPr/>
          <p:nvPr/>
        </p:nvSpPr>
        <p:spPr>
          <a:xfrm>
            <a:off x="4886330" y="533400"/>
            <a:ext cx="3800400" cy="3867300"/>
          </a:xfrm>
          <a:prstGeom prst="rect">
            <a:avLst/>
          </a:prstGeom>
          <a:solidFill>
            <a:srgbClr val="FEBB0B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42"/>
          <p:cNvSpPr>
            <a:spLocks noGrp="1"/>
          </p:cNvSpPr>
          <p:nvPr>
            <p:ph type="pic" idx="2"/>
          </p:nvPr>
        </p:nvSpPr>
        <p:spPr>
          <a:xfrm>
            <a:off x="4776900" y="606900"/>
            <a:ext cx="3827100" cy="38325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42"/>
          <p:cNvSpPr/>
          <p:nvPr/>
        </p:nvSpPr>
        <p:spPr>
          <a:xfrm>
            <a:off x="4750075" y="4028975"/>
            <a:ext cx="431100" cy="43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387" name="Google Shape;387;p42"/>
          <p:cNvSpPr/>
          <p:nvPr/>
        </p:nvSpPr>
        <p:spPr>
          <a:xfrm rot="10800000">
            <a:off x="4774103" y="4030374"/>
            <a:ext cx="408900" cy="408900"/>
          </a:xfrm>
          <a:prstGeom prst="rtTriangle">
            <a:avLst/>
          </a:prstGeom>
          <a:solidFill>
            <a:srgbClr val="FEBB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388" name="Google Shape;388;p42"/>
          <p:cNvSpPr txBox="1">
            <a:spLocks noGrp="1"/>
          </p:cNvSpPr>
          <p:nvPr>
            <p:ph type="title"/>
          </p:nvPr>
        </p:nvSpPr>
        <p:spPr>
          <a:xfrm>
            <a:off x="504550" y="763575"/>
            <a:ext cx="3800400" cy="9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89" name="Google Shape;389;p42"/>
          <p:cNvSpPr txBox="1">
            <a:spLocks noGrp="1"/>
          </p:cNvSpPr>
          <p:nvPr>
            <p:ph type="body" idx="1"/>
          </p:nvPr>
        </p:nvSpPr>
        <p:spPr>
          <a:xfrm>
            <a:off x="504550" y="1867625"/>
            <a:ext cx="3605400" cy="25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pic>
        <p:nvPicPr>
          <p:cNvPr id="390" name="Google Shape;390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31175" y="-485200"/>
            <a:ext cx="1092100" cy="109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18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nA Slide">
  <p:cSld name="CUSTOM_1">
    <p:bg>
      <p:bgPr>
        <a:solidFill>
          <a:schemeClr val="dk1"/>
        </a:solidFill>
        <a:effectLst/>
      </p:bgPr>
    </p:bg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43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35917" y="1366975"/>
            <a:ext cx="3105153" cy="2409526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3"/>
          <p:cNvSpPr/>
          <p:nvPr/>
        </p:nvSpPr>
        <p:spPr>
          <a:xfrm>
            <a:off x="-709613" y="-566737"/>
            <a:ext cx="1814400" cy="409500"/>
          </a:xfrm>
          <a:prstGeom prst="ellipse">
            <a:avLst/>
          </a:prstGeom>
          <a:noFill/>
          <a:ln w="25400" cap="flat" cmpd="sng">
            <a:solidFill>
              <a:srgbClr val="FF3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43"/>
          <p:cNvSpPr/>
          <p:nvPr/>
        </p:nvSpPr>
        <p:spPr>
          <a:xfrm>
            <a:off x="-709613" y="-323850"/>
            <a:ext cx="1814400" cy="414300"/>
          </a:xfrm>
          <a:prstGeom prst="ellipse">
            <a:avLst/>
          </a:prstGeom>
          <a:noFill/>
          <a:ln w="25400" cap="flat" cmpd="sng">
            <a:solidFill>
              <a:srgbClr val="FF3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43"/>
          <p:cNvSpPr/>
          <p:nvPr/>
        </p:nvSpPr>
        <p:spPr>
          <a:xfrm>
            <a:off x="-709613" y="-76200"/>
            <a:ext cx="1814400" cy="409500"/>
          </a:xfrm>
          <a:prstGeom prst="ellipse">
            <a:avLst/>
          </a:prstGeom>
          <a:noFill/>
          <a:ln w="25400" cap="flat" cmpd="sng">
            <a:solidFill>
              <a:srgbClr val="FF3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43"/>
          <p:cNvSpPr/>
          <p:nvPr/>
        </p:nvSpPr>
        <p:spPr>
          <a:xfrm>
            <a:off x="-709613" y="166688"/>
            <a:ext cx="1814400" cy="409500"/>
          </a:xfrm>
          <a:prstGeom prst="ellipse">
            <a:avLst/>
          </a:prstGeom>
          <a:noFill/>
          <a:ln w="25400" cap="flat" cmpd="sng">
            <a:solidFill>
              <a:srgbClr val="FF3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43"/>
          <p:cNvSpPr/>
          <p:nvPr/>
        </p:nvSpPr>
        <p:spPr>
          <a:xfrm>
            <a:off x="-709613" y="409575"/>
            <a:ext cx="1814400" cy="414300"/>
          </a:xfrm>
          <a:prstGeom prst="ellipse">
            <a:avLst/>
          </a:prstGeom>
          <a:noFill/>
          <a:ln w="25400" cap="flat" cmpd="sng">
            <a:solidFill>
              <a:srgbClr val="FF3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43"/>
          <p:cNvSpPr txBox="1">
            <a:spLocks noGrp="1"/>
          </p:cNvSpPr>
          <p:nvPr>
            <p:ph type="title"/>
          </p:nvPr>
        </p:nvSpPr>
        <p:spPr>
          <a:xfrm>
            <a:off x="481025" y="1204925"/>
            <a:ext cx="3067200" cy="4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43"/>
          <p:cNvSpPr txBox="1">
            <a:spLocks noGrp="1"/>
          </p:cNvSpPr>
          <p:nvPr>
            <p:ph type="body" idx="1"/>
          </p:nvPr>
        </p:nvSpPr>
        <p:spPr>
          <a:xfrm>
            <a:off x="481025" y="2806675"/>
            <a:ext cx="3766500" cy="14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us slide - v1">
  <p:cSld name="CUSTOM_2">
    <p:bg>
      <p:bgPr>
        <a:solidFill>
          <a:srgbClr val="0048D0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4"/>
          <p:cNvSpPr/>
          <p:nvPr/>
        </p:nvSpPr>
        <p:spPr>
          <a:xfrm>
            <a:off x="4229104" y="0"/>
            <a:ext cx="49149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44"/>
          <p:cNvSpPr/>
          <p:nvPr/>
        </p:nvSpPr>
        <p:spPr>
          <a:xfrm>
            <a:off x="4643442" y="2119313"/>
            <a:ext cx="342900" cy="342900"/>
          </a:xfrm>
          <a:prstGeom prst="rect">
            <a:avLst/>
          </a:prstGeom>
          <a:solidFill>
            <a:srgbClr val="FEBB0B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44"/>
          <p:cNvSpPr/>
          <p:nvPr/>
        </p:nvSpPr>
        <p:spPr>
          <a:xfrm>
            <a:off x="4643442" y="3033713"/>
            <a:ext cx="342900" cy="342900"/>
          </a:xfrm>
          <a:prstGeom prst="rect">
            <a:avLst/>
          </a:prstGeom>
          <a:solidFill>
            <a:srgbClr val="FEBB0B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44"/>
          <p:cNvSpPr/>
          <p:nvPr/>
        </p:nvSpPr>
        <p:spPr>
          <a:xfrm>
            <a:off x="4643442" y="3910013"/>
            <a:ext cx="342900" cy="342900"/>
          </a:xfrm>
          <a:prstGeom prst="rect">
            <a:avLst/>
          </a:prstGeom>
          <a:solidFill>
            <a:srgbClr val="FEBB0B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44"/>
          <p:cNvSpPr/>
          <p:nvPr/>
        </p:nvSpPr>
        <p:spPr>
          <a:xfrm>
            <a:off x="4681542" y="2081213"/>
            <a:ext cx="3429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44"/>
          <p:cNvSpPr/>
          <p:nvPr/>
        </p:nvSpPr>
        <p:spPr>
          <a:xfrm>
            <a:off x="4681542" y="2995613"/>
            <a:ext cx="3429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44"/>
          <p:cNvSpPr/>
          <p:nvPr/>
        </p:nvSpPr>
        <p:spPr>
          <a:xfrm>
            <a:off x="4681542" y="3871913"/>
            <a:ext cx="3429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8" name="Google Shape;408;p44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19642" y="3910013"/>
            <a:ext cx="266700" cy="266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44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19642" y="2119313"/>
            <a:ext cx="266700" cy="266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44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19642" y="3033713"/>
            <a:ext cx="266700" cy="266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44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36271" y="3049178"/>
            <a:ext cx="240071" cy="232673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44"/>
          <p:cNvSpPr/>
          <p:nvPr/>
        </p:nvSpPr>
        <p:spPr>
          <a:xfrm>
            <a:off x="9067809" y="0"/>
            <a:ext cx="76200" cy="5143500"/>
          </a:xfrm>
          <a:prstGeom prst="rect">
            <a:avLst/>
          </a:prstGeom>
          <a:solidFill>
            <a:srgbClr val="FF3F0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44"/>
          <p:cNvSpPr txBox="1">
            <a:spLocks noGrp="1"/>
          </p:cNvSpPr>
          <p:nvPr>
            <p:ph type="subTitle" idx="1"/>
          </p:nvPr>
        </p:nvSpPr>
        <p:spPr>
          <a:xfrm>
            <a:off x="4581625" y="764825"/>
            <a:ext cx="3766500" cy="5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Space Grotesk Medium"/>
              <a:buNone/>
              <a:defRPr sz="2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14" name="Google Shape;414;p44"/>
          <p:cNvSpPr txBox="1">
            <a:spLocks noGrp="1"/>
          </p:cNvSpPr>
          <p:nvPr>
            <p:ph type="body" idx="2"/>
          </p:nvPr>
        </p:nvSpPr>
        <p:spPr>
          <a:xfrm>
            <a:off x="5151000" y="2346050"/>
            <a:ext cx="3440400" cy="266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grpSp>
        <p:nvGrpSpPr>
          <p:cNvPr id="415" name="Google Shape;415;p44"/>
          <p:cNvGrpSpPr/>
          <p:nvPr/>
        </p:nvGrpSpPr>
        <p:grpSpPr>
          <a:xfrm>
            <a:off x="-886725" y="-852225"/>
            <a:ext cx="2255100" cy="2255100"/>
            <a:chOff x="5814125" y="1393900"/>
            <a:chExt cx="2255100" cy="2255100"/>
          </a:xfrm>
        </p:grpSpPr>
        <p:sp>
          <p:nvSpPr>
            <p:cNvPr id="416" name="Google Shape;416;p44"/>
            <p:cNvSpPr/>
            <p:nvPr/>
          </p:nvSpPr>
          <p:spPr>
            <a:xfrm>
              <a:off x="6844025" y="1393900"/>
              <a:ext cx="195300" cy="2255100"/>
            </a:xfrm>
            <a:prstGeom prst="rect">
              <a:avLst/>
            </a:prstGeom>
            <a:solidFill>
              <a:srgbClr val="FEB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17" name="Google Shape;417;p44"/>
            <p:cNvSpPr/>
            <p:nvPr/>
          </p:nvSpPr>
          <p:spPr>
            <a:xfrm rot="-5400000">
              <a:off x="6844025" y="1402250"/>
              <a:ext cx="195300" cy="2255100"/>
            </a:xfrm>
            <a:prstGeom prst="rect">
              <a:avLst/>
            </a:prstGeom>
            <a:solidFill>
              <a:srgbClr val="FEB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18" name="Google Shape;418;p44"/>
            <p:cNvSpPr/>
            <p:nvPr/>
          </p:nvSpPr>
          <p:spPr>
            <a:xfrm rot="-2700000">
              <a:off x="6843997" y="1402319"/>
              <a:ext cx="195161" cy="2254964"/>
            </a:xfrm>
            <a:prstGeom prst="rect">
              <a:avLst/>
            </a:prstGeom>
            <a:solidFill>
              <a:srgbClr val="FEB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19" name="Google Shape;419;p44"/>
            <p:cNvSpPr/>
            <p:nvPr/>
          </p:nvSpPr>
          <p:spPr>
            <a:xfrm rot="-8100000">
              <a:off x="6849999" y="1408320"/>
              <a:ext cx="195161" cy="2254964"/>
            </a:xfrm>
            <a:prstGeom prst="rect">
              <a:avLst/>
            </a:prstGeom>
            <a:solidFill>
              <a:srgbClr val="FEB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420" name="Google Shape;420;p44"/>
          <p:cNvSpPr>
            <a:spLocks noGrp="1"/>
          </p:cNvSpPr>
          <p:nvPr>
            <p:ph type="pic" idx="3"/>
          </p:nvPr>
        </p:nvSpPr>
        <p:spPr>
          <a:xfrm>
            <a:off x="848100" y="1440300"/>
            <a:ext cx="2361600" cy="2361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1" name="Google Shape;421;p44"/>
          <p:cNvSpPr txBox="1">
            <a:spLocks noGrp="1"/>
          </p:cNvSpPr>
          <p:nvPr>
            <p:ph type="body" idx="4"/>
          </p:nvPr>
        </p:nvSpPr>
        <p:spPr>
          <a:xfrm>
            <a:off x="5151000" y="3277375"/>
            <a:ext cx="3440400" cy="266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22" name="Google Shape;422;p44"/>
          <p:cNvSpPr txBox="1">
            <a:spLocks noGrp="1"/>
          </p:cNvSpPr>
          <p:nvPr>
            <p:ph type="body" idx="5"/>
          </p:nvPr>
        </p:nvSpPr>
        <p:spPr>
          <a:xfrm>
            <a:off x="5151000" y="4153675"/>
            <a:ext cx="3440400" cy="266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23" name="Google Shape;423;p44"/>
          <p:cNvSpPr txBox="1"/>
          <p:nvPr/>
        </p:nvSpPr>
        <p:spPr>
          <a:xfrm>
            <a:off x="5151000" y="2075650"/>
            <a:ext cx="3547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Address</a:t>
            </a:r>
            <a:endParaRPr>
              <a:solidFill>
                <a:schemeClr val="accent3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424" name="Google Shape;424;p44"/>
          <p:cNvSpPr txBox="1"/>
          <p:nvPr/>
        </p:nvSpPr>
        <p:spPr>
          <a:xfrm>
            <a:off x="5151000" y="2988513"/>
            <a:ext cx="3547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Contact</a:t>
            </a:r>
            <a:endParaRPr>
              <a:solidFill>
                <a:schemeClr val="accent3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425" name="Google Shape;425;p44"/>
          <p:cNvSpPr txBox="1"/>
          <p:nvPr/>
        </p:nvSpPr>
        <p:spPr>
          <a:xfrm>
            <a:off x="5151000" y="3866338"/>
            <a:ext cx="3547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Website</a:t>
            </a:r>
            <a:endParaRPr>
              <a:solidFill>
                <a:schemeClr val="accent3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us slide - v3">
  <p:cSld name="CUSTOM_5">
    <p:bg>
      <p:bgPr>
        <a:solidFill>
          <a:schemeClr val="accent6"/>
        </a:solidFill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8" name="Google Shape;428;p45"/>
          <p:cNvSpPr>
            <a:spLocks noGrp="1"/>
          </p:cNvSpPr>
          <p:nvPr>
            <p:ph type="pic" idx="2"/>
          </p:nvPr>
        </p:nvSpPr>
        <p:spPr>
          <a:xfrm>
            <a:off x="414300" y="1184275"/>
            <a:ext cx="8315400" cy="16002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29" name="Google Shape;429;p45"/>
          <p:cNvSpPr txBox="1">
            <a:spLocks noGrp="1"/>
          </p:cNvSpPr>
          <p:nvPr>
            <p:ph type="body" idx="1"/>
          </p:nvPr>
        </p:nvSpPr>
        <p:spPr>
          <a:xfrm>
            <a:off x="414300" y="3374750"/>
            <a:ext cx="3440400" cy="2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30" name="Google Shape;430;p45"/>
          <p:cNvSpPr txBox="1">
            <a:spLocks noGrp="1"/>
          </p:cNvSpPr>
          <p:nvPr>
            <p:ph type="body" idx="3"/>
          </p:nvPr>
        </p:nvSpPr>
        <p:spPr>
          <a:xfrm>
            <a:off x="5289300" y="3374750"/>
            <a:ext cx="3440400" cy="2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31" name="Google Shape;431;p45"/>
          <p:cNvSpPr txBox="1">
            <a:spLocks noGrp="1"/>
          </p:cNvSpPr>
          <p:nvPr>
            <p:ph type="body" idx="4"/>
          </p:nvPr>
        </p:nvSpPr>
        <p:spPr>
          <a:xfrm>
            <a:off x="414300" y="4298675"/>
            <a:ext cx="3440400" cy="2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32" name="Google Shape;432;p45"/>
          <p:cNvSpPr txBox="1">
            <a:spLocks noGrp="1"/>
          </p:cNvSpPr>
          <p:nvPr>
            <p:ph type="body" idx="5"/>
          </p:nvPr>
        </p:nvSpPr>
        <p:spPr>
          <a:xfrm>
            <a:off x="5289300" y="4298675"/>
            <a:ext cx="3440400" cy="2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grpSp>
        <p:nvGrpSpPr>
          <p:cNvPr id="433" name="Google Shape;433;p45"/>
          <p:cNvGrpSpPr/>
          <p:nvPr/>
        </p:nvGrpSpPr>
        <p:grpSpPr>
          <a:xfrm>
            <a:off x="7916362" y="-514862"/>
            <a:ext cx="1814400" cy="1390613"/>
            <a:chOff x="2982412" y="1568263"/>
            <a:chExt cx="1814400" cy="1390613"/>
          </a:xfrm>
        </p:grpSpPr>
        <p:sp>
          <p:nvSpPr>
            <p:cNvPr id="434" name="Google Shape;434;p45"/>
            <p:cNvSpPr/>
            <p:nvPr/>
          </p:nvSpPr>
          <p:spPr>
            <a:xfrm>
              <a:off x="2982412" y="1568263"/>
              <a:ext cx="1814400" cy="4095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45"/>
            <p:cNvSpPr/>
            <p:nvPr/>
          </p:nvSpPr>
          <p:spPr>
            <a:xfrm>
              <a:off x="2982412" y="1811150"/>
              <a:ext cx="1814400" cy="4143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45"/>
            <p:cNvSpPr/>
            <p:nvPr/>
          </p:nvSpPr>
          <p:spPr>
            <a:xfrm>
              <a:off x="2982412" y="2058800"/>
              <a:ext cx="1814400" cy="4095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5"/>
            <p:cNvSpPr/>
            <p:nvPr/>
          </p:nvSpPr>
          <p:spPr>
            <a:xfrm>
              <a:off x="2982412" y="2301688"/>
              <a:ext cx="1814400" cy="4095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5"/>
            <p:cNvSpPr/>
            <p:nvPr/>
          </p:nvSpPr>
          <p:spPr>
            <a:xfrm>
              <a:off x="2982412" y="2544575"/>
              <a:ext cx="1814400" cy="4143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9" name="Google Shape;439;p45"/>
          <p:cNvSpPr txBox="1"/>
          <p:nvPr/>
        </p:nvSpPr>
        <p:spPr>
          <a:xfrm>
            <a:off x="414300" y="3071625"/>
            <a:ext cx="3440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Number</a:t>
            </a:r>
            <a:endParaRPr>
              <a:solidFill>
                <a:schemeClr val="accent4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440" name="Google Shape;440;p45"/>
          <p:cNvSpPr txBox="1"/>
          <p:nvPr/>
        </p:nvSpPr>
        <p:spPr>
          <a:xfrm>
            <a:off x="5289300" y="3071625"/>
            <a:ext cx="3440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Email</a:t>
            </a:r>
            <a:endParaRPr>
              <a:solidFill>
                <a:schemeClr val="accent4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441" name="Google Shape;441;p45"/>
          <p:cNvSpPr txBox="1"/>
          <p:nvPr/>
        </p:nvSpPr>
        <p:spPr>
          <a:xfrm>
            <a:off x="414300" y="4001904"/>
            <a:ext cx="3440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Site </a:t>
            </a:r>
            <a:endParaRPr>
              <a:solidFill>
                <a:schemeClr val="accent4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442" name="Google Shape;442;p45"/>
          <p:cNvSpPr txBox="1"/>
          <p:nvPr/>
        </p:nvSpPr>
        <p:spPr>
          <a:xfrm>
            <a:off x="5289300" y="4001904"/>
            <a:ext cx="3440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Address</a:t>
            </a:r>
            <a:endParaRPr>
              <a:solidFill>
                <a:schemeClr val="accent4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items on timeline v2">
  <p:cSld name="CUSTOM_6">
    <p:bg>
      <p:bgPr>
        <a:solidFill>
          <a:schemeClr val="dk1"/>
        </a:solidFill>
        <a:effectLst/>
      </p:bgPr>
    </p:bg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5" name="Google Shape;445;p46"/>
          <p:cNvSpPr/>
          <p:nvPr/>
        </p:nvSpPr>
        <p:spPr>
          <a:xfrm>
            <a:off x="533400" y="2488725"/>
            <a:ext cx="8077200" cy="477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46" name="Google Shape;446;p46"/>
          <p:cNvSpPr txBox="1">
            <a:spLocks noGrp="1"/>
          </p:cNvSpPr>
          <p:nvPr>
            <p:ph type="body" idx="1"/>
          </p:nvPr>
        </p:nvSpPr>
        <p:spPr>
          <a:xfrm>
            <a:off x="533400" y="2726850"/>
            <a:ext cx="1647900" cy="8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7" name="Google Shape;447;p46"/>
          <p:cNvSpPr txBox="1">
            <a:spLocks noGrp="1"/>
          </p:cNvSpPr>
          <p:nvPr>
            <p:ph type="subTitle" idx="2"/>
          </p:nvPr>
        </p:nvSpPr>
        <p:spPr>
          <a:xfrm>
            <a:off x="533400" y="1952700"/>
            <a:ext cx="1647900" cy="26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Work Sans Medium"/>
              <a:buNone/>
              <a:defRPr sz="14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8" name="Google Shape;448;p46"/>
          <p:cNvSpPr txBox="1">
            <a:spLocks noGrp="1"/>
          </p:cNvSpPr>
          <p:nvPr>
            <p:ph type="body" idx="3"/>
          </p:nvPr>
        </p:nvSpPr>
        <p:spPr>
          <a:xfrm>
            <a:off x="6962700" y="2724300"/>
            <a:ext cx="1647900" cy="8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9" name="Google Shape;449;p46"/>
          <p:cNvSpPr txBox="1">
            <a:spLocks noGrp="1"/>
          </p:cNvSpPr>
          <p:nvPr>
            <p:ph type="subTitle" idx="4"/>
          </p:nvPr>
        </p:nvSpPr>
        <p:spPr>
          <a:xfrm>
            <a:off x="6962700" y="1950150"/>
            <a:ext cx="1647900" cy="26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3F00"/>
              </a:buClr>
              <a:buSzPts val="1400"/>
              <a:buFont typeface="Work Sans Medium"/>
              <a:buNone/>
              <a:defRPr sz="1400">
                <a:solidFill>
                  <a:srgbClr val="FF3F00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0" name="Google Shape;450;p46"/>
          <p:cNvSpPr txBox="1">
            <a:spLocks noGrp="1"/>
          </p:cNvSpPr>
          <p:nvPr>
            <p:ph type="body" idx="5"/>
          </p:nvPr>
        </p:nvSpPr>
        <p:spPr>
          <a:xfrm>
            <a:off x="3748050" y="2724300"/>
            <a:ext cx="1647900" cy="8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1" name="Google Shape;451;p46"/>
          <p:cNvSpPr txBox="1">
            <a:spLocks noGrp="1"/>
          </p:cNvSpPr>
          <p:nvPr>
            <p:ph type="subTitle" idx="6"/>
          </p:nvPr>
        </p:nvSpPr>
        <p:spPr>
          <a:xfrm>
            <a:off x="3748050" y="1950150"/>
            <a:ext cx="1647900" cy="26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400"/>
              <a:buFont typeface="Work Sans Medium"/>
              <a:buNone/>
              <a:defRPr sz="1400">
                <a:solidFill>
                  <a:srgbClr val="4A86E8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2" name="Google Shape;452;p46"/>
          <p:cNvSpPr/>
          <p:nvPr/>
        </p:nvSpPr>
        <p:spPr>
          <a:xfrm>
            <a:off x="1281150" y="2436375"/>
            <a:ext cx="152400" cy="152400"/>
          </a:xfrm>
          <a:prstGeom prst="ellipse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53" name="Google Shape;453;p46"/>
          <p:cNvSpPr/>
          <p:nvPr/>
        </p:nvSpPr>
        <p:spPr>
          <a:xfrm>
            <a:off x="4458750" y="2436375"/>
            <a:ext cx="152400" cy="152400"/>
          </a:xfrm>
          <a:prstGeom prst="ellipse">
            <a:avLst/>
          </a:prstGeom>
          <a:solidFill>
            <a:schemeClr val="accen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54" name="Google Shape;454;p46"/>
          <p:cNvSpPr/>
          <p:nvPr/>
        </p:nvSpPr>
        <p:spPr>
          <a:xfrm>
            <a:off x="7710450" y="2436375"/>
            <a:ext cx="152400" cy="152400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items on timeline">
  <p:cSld name="CUSTOM_6_1">
    <p:bg>
      <p:bgPr>
        <a:solidFill>
          <a:schemeClr val="dk1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7" name="Google Shape;457;p47"/>
          <p:cNvSpPr/>
          <p:nvPr/>
        </p:nvSpPr>
        <p:spPr>
          <a:xfrm rot="5400000">
            <a:off x="629000" y="2946425"/>
            <a:ext cx="3340500" cy="477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58" name="Google Shape;458;p47"/>
          <p:cNvSpPr txBox="1">
            <a:spLocks noGrp="1"/>
          </p:cNvSpPr>
          <p:nvPr>
            <p:ph type="body" idx="1"/>
          </p:nvPr>
        </p:nvSpPr>
        <p:spPr>
          <a:xfrm>
            <a:off x="2532325" y="1300025"/>
            <a:ext cx="6027000" cy="84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9" name="Google Shape;459;p47"/>
          <p:cNvSpPr txBox="1">
            <a:spLocks noGrp="1"/>
          </p:cNvSpPr>
          <p:nvPr>
            <p:ph type="subTitle" idx="2"/>
          </p:nvPr>
        </p:nvSpPr>
        <p:spPr>
          <a:xfrm>
            <a:off x="533400" y="1589675"/>
            <a:ext cx="1532700" cy="26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Work Sans Medium"/>
              <a:buNone/>
              <a:defRPr sz="12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0" name="Google Shape;460;p47"/>
          <p:cNvSpPr/>
          <p:nvPr/>
        </p:nvSpPr>
        <p:spPr>
          <a:xfrm>
            <a:off x="2223050" y="1646825"/>
            <a:ext cx="152400" cy="152400"/>
          </a:xfrm>
          <a:prstGeom prst="ellipse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61" name="Google Shape;461;p47"/>
          <p:cNvSpPr txBox="1">
            <a:spLocks noGrp="1"/>
          </p:cNvSpPr>
          <p:nvPr>
            <p:ph type="body" idx="3"/>
          </p:nvPr>
        </p:nvSpPr>
        <p:spPr>
          <a:xfrm>
            <a:off x="2532325" y="3794525"/>
            <a:ext cx="6027000" cy="84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2" name="Google Shape;462;p47"/>
          <p:cNvSpPr txBox="1">
            <a:spLocks noGrp="1"/>
          </p:cNvSpPr>
          <p:nvPr>
            <p:ph type="subTitle" idx="4"/>
          </p:nvPr>
        </p:nvSpPr>
        <p:spPr>
          <a:xfrm>
            <a:off x="533400" y="4084175"/>
            <a:ext cx="1532700" cy="26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Work Sans Medium"/>
              <a:buNone/>
              <a:defRPr sz="1200">
                <a:solidFill>
                  <a:schemeClr val="accent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3" name="Google Shape;463;p47"/>
          <p:cNvSpPr/>
          <p:nvPr/>
        </p:nvSpPr>
        <p:spPr>
          <a:xfrm>
            <a:off x="2223050" y="4141325"/>
            <a:ext cx="152400" cy="152400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64" name="Google Shape;464;p47"/>
          <p:cNvSpPr txBox="1">
            <a:spLocks noGrp="1"/>
          </p:cNvSpPr>
          <p:nvPr>
            <p:ph type="body" idx="5"/>
          </p:nvPr>
        </p:nvSpPr>
        <p:spPr>
          <a:xfrm>
            <a:off x="2532325" y="2547275"/>
            <a:ext cx="6027000" cy="84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5" name="Google Shape;465;p47"/>
          <p:cNvSpPr txBox="1">
            <a:spLocks noGrp="1"/>
          </p:cNvSpPr>
          <p:nvPr>
            <p:ph type="subTitle" idx="6"/>
          </p:nvPr>
        </p:nvSpPr>
        <p:spPr>
          <a:xfrm>
            <a:off x="533400" y="2836925"/>
            <a:ext cx="1532700" cy="26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200"/>
              <a:buFont typeface="Work Sans Medium"/>
              <a:buNone/>
              <a:defRPr sz="1200">
                <a:solidFill>
                  <a:srgbClr val="4A86E8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6" name="Google Shape;466;p47"/>
          <p:cNvSpPr/>
          <p:nvPr/>
        </p:nvSpPr>
        <p:spPr>
          <a:xfrm>
            <a:off x="2223050" y="2894075"/>
            <a:ext cx="152400" cy="152400"/>
          </a:xfrm>
          <a:prstGeom prst="ellipse">
            <a:avLst/>
          </a:prstGeom>
          <a:solidFill>
            <a:schemeClr val="accen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467" name="Google Shape;467;p47"/>
          <p:cNvGrpSpPr/>
          <p:nvPr/>
        </p:nvGrpSpPr>
        <p:grpSpPr>
          <a:xfrm>
            <a:off x="7952475" y="-852225"/>
            <a:ext cx="2255100" cy="2255100"/>
            <a:chOff x="5814125" y="1393900"/>
            <a:chExt cx="2255100" cy="2255100"/>
          </a:xfrm>
        </p:grpSpPr>
        <p:sp>
          <p:nvSpPr>
            <p:cNvPr id="468" name="Google Shape;468;p47"/>
            <p:cNvSpPr/>
            <p:nvPr/>
          </p:nvSpPr>
          <p:spPr>
            <a:xfrm>
              <a:off x="6844025" y="1393900"/>
              <a:ext cx="195300" cy="2255100"/>
            </a:xfrm>
            <a:prstGeom prst="rect">
              <a:avLst/>
            </a:prstGeom>
            <a:solidFill>
              <a:srgbClr val="FEB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69" name="Google Shape;469;p47"/>
            <p:cNvSpPr/>
            <p:nvPr/>
          </p:nvSpPr>
          <p:spPr>
            <a:xfrm rot="-5400000">
              <a:off x="6844025" y="1402250"/>
              <a:ext cx="195300" cy="2255100"/>
            </a:xfrm>
            <a:prstGeom prst="rect">
              <a:avLst/>
            </a:prstGeom>
            <a:solidFill>
              <a:srgbClr val="FEB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70" name="Google Shape;470;p47"/>
            <p:cNvSpPr/>
            <p:nvPr/>
          </p:nvSpPr>
          <p:spPr>
            <a:xfrm rot="-2700000">
              <a:off x="6843997" y="1402319"/>
              <a:ext cx="195161" cy="2254964"/>
            </a:xfrm>
            <a:prstGeom prst="rect">
              <a:avLst/>
            </a:prstGeom>
            <a:solidFill>
              <a:srgbClr val="FEB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71" name="Google Shape;471;p47"/>
            <p:cNvSpPr/>
            <p:nvPr/>
          </p:nvSpPr>
          <p:spPr>
            <a:xfrm rot="-8100000">
              <a:off x="6849999" y="1408320"/>
              <a:ext cx="195161" cy="2254964"/>
            </a:xfrm>
            <a:prstGeom prst="rect">
              <a:avLst/>
            </a:prstGeom>
            <a:solidFill>
              <a:srgbClr val="FEB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4 items on timeline 1">
  <p:cSld name="CUSTOM_6_1_1">
    <p:bg>
      <p:bgPr>
        <a:solidFill>
          <a:schemeClr val="dk1"/>
        </a:solidFill>
        <a:effectLst/>
      </p:bgPr>
    </p:bg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4" name="Google Shape;474;p48"/>
          <p:cNvSpPr/>
          <p:nvPr/>
        </p:nvSpPr>
        <p:spPr>
          <a:xfrm rot="5400000">
            <a:off x="629000" y="2946425"/>
            <a:ext cx="3340500" cy="477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75" name="Google Shape;475;p48"/>
          <p:cNvSpPr txBox="1">
            <a:spLocks noGrp="1"/>
          </p:cNvSpPr>
          <p:nvPr>
            <p:ph type="body" idx="1"/>
          </p:nvPr>
        </p:nvSpPr>
        <p:spPr>
          <a:xfrm>
            <a:off x="2532325" y="1300025"/>
            <a:ext cx="6027000" cy="49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76" name="Google Shape;476;p48"/>
          <p:cNvSpPr txBox="1">
            <a:spLocks noGrp="1"/>
          </p:cNvSpPr>
          <p:nvPr>
            <p:ph type="subTitle" idx="2"/>
          </p:nvPr>
        </p:nvSpPr>
        <p:spPr>
          <a:xfrm>
            <a:off x="533400" y="1416275"/>
            <a:ext cx="1532700" cy="26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Work Sans Medium"/>
              <a:buNone/>
              <a:defRPr sz="1200">
                <a:solidFill>
                  <a:schemeClr val="accent4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7" name="Google Shape;477;p48"/>
          <p:cNvSpPr/>
          <p:nvPr/>
        </p:nvSpPr>
        <p:spPr>
          <a:xfrm>
            <a:off x="2223050" y="1473425"/>
            <a:ext cx="152400" cy="152400"/>
          </a:xfrm>
          <a:prstGeom prst="ellipse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478" name="Google Shape;478;p48"/>
          <p:cNvGrpSpPr/>
          <p:nvPr/>
        </p:nvGrpSpPr>
        <p:grpSpPr>
          <a:xfrm>
            <a:off x="7952475" y="-852225"/>
            <a:ext cx="2255100" cy="2255100"/>
            <a:chOff x="5814125" y="1393900"/>
            <a:chExt cx="2255100" cy="2255100"/>
          </a:xfrm>
        </p:grpSpPr>
        <p:sp>
          <p:nvSpPr>
            <p:cNvPr id="479" name="Google Shape;479;p48"/>
            <p:cNvSpPr/>
            <p:nvPr/>
          </p:nvSpPr>
          <p:spPr>
            <a:xfrm>
              <a:off x="6844025" y="1393900"/>
              <a:ext cx="195300" cy="225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80" name="Google Shape;480;p48"/>
            <p:cNvSpPr/>
            <p:nvPr/>
          </p:nvSpPr>
          <p:spPr>
            <a:xfrm rot="-5400000">
              <a:off x="6844025" y="1402250"/>
              <a:ext cx="195300" cy="225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81" name="Google Shape;481;p48"/>
            <p:cNvSpPr/>
            <p:nvPr/>
          </p:nvSpPr>
          <p:spPr>
            <a:xfrm rot="-2700000">
              <a:off x="6843997" y="1402319"/>
              <a:ext cx="195161" cy="225496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82" name="Google Shape;482;p48"/>
            <p:cNvSpPr/>
            <p:nvPr/>
          </p:nvSpPr>
          <p:spPr>
            <a:xfrm rot="-8100000">
              <a:off x="6849999" y="1408320"/>
              <a:ext cx="195161" cy="225496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483" name="Google Shape;483;p48"/>
          <p:cNvSpPr txBox="1">
            <a:spLocks noGrp="1"/>
          </p:cNvSpPr>
          <p:nvPr>
            <p:ph type="body" idx="3"/>
          </p:nvPr>
        </p:nvSpPr>
        <p:spPr>
          <a:xfrm>
            <a:off x="2528013" y="4141325"/>
            <a:ext cx="6027000" cy="49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84" name="Google Shape;484;p48"/>
          <p:cNvSpPr txBox="1">
            <a:spLocks noGrp="1"/>
          </p:cNvSpPr>
          <p:nvPr>
            <p:ph type="subTitle" idx="4"/>
          </p:nvPr>
        </p:nvSpPr>
        <p:spPr>
          <a:xfrm>
            <a:off x="529088" y="4257575"/>
            <a:ext cx="1532700" cy="26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 Medium"/>
              <a:buNone/>
              <a:defRPr sz="12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5" name="Google Shape;485;p48"/>
          <p:cNvSpPr/>
          <p:nvPr/>
        </p:nvSpPr>
        <p:spPr>
          <a:xfrm>
            <a:off x="2218738" y="4314725"/>
            <a:ext cx="152400" cy="152400"/>
          </a:xfrm>
          <a:prstGeom prst="ellipse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86" name="Google Shape;486;p48"/>
          <p:cNvSpPr txBox="1">
            <a:spLocks noGrp="1"/>
          </p:cNvSpPr>
          <p:nvPr>
            <p:ph type="body" idx="5"/>
          </p:nvPr>
        </p:nvSpPr>
        <p:spPr>
          <a:xfrm>
            <a:off x="2532325" y="3153425"/>
            <a:ext cx="6027000" cy="49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87" name="Google Shape;487;p48"/>
          <p:cNvSpPr txBox="1">
            <a:spLocks noGrp="1"/>
          </p:cNvSpPr>
          <p:nvPr>
            <p:ph type="subTitle" idx="6"/>
          </p:nvPr>
        </p:nvSpPr>
        <p:spPr>
          <a:xfrm>
            <a:off x="533400" y="3269675"/>
            <a:ext cx="1532700" cy="26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Work Sans Medium"/>
              <a:buNone/>
              <a:defRPr sz="1200">
                <a:solidFill>
                  <a:schemeClr val="accent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8" name="Google Shape;488;p48"/>
          <p:cNvSpPr/>
          <p:nvPr/>
        </p:nvSpPr>
        <p:spPr>
          <a:xfrm>
            <a:off x="2223050" y="3326825"/>
            <a:ext cx="152400" cy="152400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89" name="Google Shape;489;p48"/>
          <p:cNvSpPr txBox="1">
            <a:spLocks noGrp="1"/>
          </p:cNvSpPr>
          <p:nvPr>
            <p:ph type="body" idx="7"/>
          </p:nvPr>
        </p:nvSpPr>
        <p:spPr>
          <a:xfrm>
            <a:off x="2528017" y="2313425"/>
            <a:ext cx="6027000" cy="49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90" name="Google Shape;490;p48"/>
          <p:cNvSpPr txBox="1">
            <a:spLocks noGrp="1"/>
          </p:cNvSpPr>
          <p:nvPr>
            <p:ph type="subTitle" idx="8"/>
          </p:nvPr>
        </p:nvSpPr>
        <p:spPr>
          <a:xfrm>
            <a:off x="529092" y="2429675"/>
            <a:ext cx="1532700" cy="26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55DEF"/>
              </a:buClr>
              <a:buSzPts val="1200"/>
              <a:buFont typeface="Work Sans Medium"/>
              <a:buNone/>
              <a:defRPr sz="1200">
                <a:solidFill>
                  <a:srgbClr val="155DEF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1" name="Google Shape;491;p48"/>
          <p:cNvSpPr/>
          <p:nvPr/>
        </p:nvSpPr>
        <p:spPr>
          <a:xfrm>
            <a:off x="2218742" y="2486825"/>
            <a:ext cx="152400" cy="152400"/>
          </a:xfrm>
          <a:prstGeom prst="ellipse">
            <a:avLst/>
          </a:prstGeom>
          <a:solidFill>
            <a:schemeClr val="accen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_3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grpSp>
        <p:nvGrpSpPr>
          <p:cNvPr id="494" name="Google Shape;494;p49"/>
          <p:cNvGrpSpPr/>
          <p:nvPr/>
        </p:nvGrpSpPr>
        <p:grpSpPr>
          <a:xfrm>
            <a:off x="370950" y="1136025"/>
            <a:ext cx="2255100" cy="2255100"/>
            <a:chOff x="5814125" y="1393900"/>
            <a:chExt cx="2255100" cy="2255100"/>
          </a:xfrm>
        </p:grpSpPr>
        <p:sp>
          <p:nvSpPr>
            <p:cNvPr id="495" name="Google Shape;495;p49"/>
            <p:cNvSpPr/>
            <p:nvPr/>
          </p:nvSpPr>
          <p:spPr>
            <a:xfrm>
              <a:off x="6844025" y="1393900"/>
              <a:ext cx="195300" cy="2255100"/>
            </a:xfrm>
            <a:prstGeom prst="rect">
              <a:avLst/>
            </a:prstGeom>
            <a:solidFill>
              <a:srgbClr val="FEB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96" name="Google Shape;496;p49"/>
            <p:cNvSpPr/>
            <p:nvPr/>
          </p:nvSpPr>
          <p:spPr>
            <a:xfrm rot="-5400000">
              <a:off x="6844025" y="1402250"/>
              <a:ext cx="195300" cy="2255100"/>
            </a:xfrm>
            <a:prstGeom prst="rect">
              <a:avLst/>
            </a:prstGeom>
            <a:solidFill>
              <a:srgbClr val="FEB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97" name="Google Shape;497;p49"/>
            <p:cNvSpPr/>
            <p:nvPr/>
          </p:nvSpPr>
          <p:spPr>
            <a:xfrm rot="-2700000">
              <a:off x="6843997" y="1402319"/>
              <a:ext cx="195161" cy="2254964"/>
            </a:xfrm>
            <a:prstGeom prst="rect">
              <a:avLst/>
            </a:prstGeom>
            <a:solidFill>
              <a:srgbClr val="FEB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98" name="Google Shape;498;p49"/>
            <p:cNvSpPr/>
            <p:nvPr/>
          </p:nvSpPr>
          <p:spPr>
            <a:xfrm rot="-8100000">
              <a:off x="6849999" y="1408320"/>
              <a:ext cx="195161" cy="2254964"/>
            </a:xfrm>
            <a:prstGeom prst="rect">
              <a:avLst/>
            </a:prstGeom>
            <a:solidFill>
              <a:srgbClr val="FEB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499" name="Google Shape;499;p49"/>
          <p:cNvGrpSpPr/>
          <p:nvPr/>
        </p:nvGrpSpPr>
        <p:grpSpPr>
          <a:xfrm>
            <a:off x="2982412" y="1568263"/>
            <a:ext cx="1814400" cy="1390613"/>
            <a:chOff x="2982412" y="1568263"/>
            <a:chExt cx="1814400" cy="1390613"/>
          </a:xfrm>
        </p:grpSpPr>
        <p:sp>
          <p:nvSpPr>
            <p:cNvPr id="500" name="Google Shape;500;p49"/>
            <p:cNvSpPr/>
            <p:nvPr/>
          </p:nvSpPr>
          <p:spPr>
            <a:xfrm>
              <a:off x="2982412" y="1568263"/>
              <a:ext cx="1814400" cy="4095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49"/>
            <p:cNvSpPr/>
            <p:nvPr/>
          </p:nvSpPr>
          <p:spPr>
            <a:xfrm>
              <a:off x="2982412" y="1811150"/>
              <a:ext cx="1814400" cy="4143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49"/>
            <p:cNvSpPr/>
            <p:nvPr/>
          </p:nvSpPr>
          <p:spPr>
            <a:xfrm>
              <a:off x="2982412" y="2058800"/>
              <a:ext cx="1814400" cy="4095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49"/>
            <p:cNvSpPr/>
            <p:nvPr/>
          </p:nvSpPr>
          <p:spPr>
            <a:xfrm>
              <a:off x="2982412" y="2301688"/>
              <a:ext cx="1814400" cy="4095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49"/>
            <p:cNvSpPr/>
            <p:nvPr/>
          </p:nvSpPr>
          <p:spPr>
            <a:xfrm>
              <a:off x="2982412" y="2544575"/>
              <a:ext cx="1814400" cy="4143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5" name="Google Shape;505;p49"/>
          <p:cNvGrpSpPr/>
          <p:nvPr/>
        </p:nvGrpSpPr>
        <p:grpSpPr>
          <a:xfrm>
            <a:off x="5258610" y="1597505"/>
            <a:ext cx="1332313" cy="1332088"/>
            <a:chOff x="5814125" y="1393900"/>
            <a:chExt cx="2255100" cy="2255100"/>
          </a:xfrm>
        </p:grpSpPr>
        <p:sp>
          <p:nvSpPr>
            <p:cNvPr id="506" name="Google Shape;506;p49"/>
            <p:cNvSpPr/>
            <p:nvPr/>
          </p:nvSpPr>
          <p:spPr>
            <a:xfrm>
              <a:off x="6844025" y="1393900"/>
              <a:ext cx="195300" cy="225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07" name="Google Shape;507;p49"/>
            <p:cNvSpPr/>
            <p:nvPr/>
          </p:nvSpPr>
          <p:spPr>
            <a:xfrm rot="-5400000">
              <a:off x="6844025" y="1402250"/>
              <a:ext cx="195300" cy="225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08" name="Google Shape;508;p49"/>
            <p:cNvSpPr/>
            <p:nvPr/>
          </p:nvSpPr>
          <p:spPr>
            <a:xfrm rot="-2700000">
              <a:off x="6843997" y="1402319"/>
              <a:ext cx="195161" cy="22549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09" name="Google Shape;509;p49"/>
            <p:cNvSpPr/>
            <p:nvPr/>
          </p:nvSpPr>
          <p:spPr>
            <a:xfrm rot="-8100000">
              <a:off x="6849999" y="1408320"/>
              <a:ext cx="195161" cy="22549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ultiple Quiz Options 4 v1">
  <p:cSld name="CUSTOM_29_2">
    <p:bg>
      <p:bgPr>
        <a:solidFill>
          <a:schemeClr val="lt1"/>
        </a:solidFill>
        <a:effectLst/>
      </p:bgPr>
    </p:bg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0"/>
          <p:cNvSpPr txBox="1">
            <a:spLocks noGrp="1"/>
          </p:cNvSpPr>
          <p:nvPr>
            <p:ph type="title"/>
          </p:nvPr>
        </p:nvSpPr>
        <p:spPr>
          <a:xfrm>
            <a:off x="379400" y="559050"/>
            <a:ext cx="8198400" cy="8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50"/>
          <p:cNvSpPr/>
          <p:nvPr/>
        </p:nvSpPr>
        <p:spPr>
          <a:xfrm>
            <a:off x="379400" y="2429750"/>
            <a:ext cx="815400" cy="730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13" name="Google Shape;513;p50"/>
          <p:cNvSpPr/>
          <p:nvPr/>
        </p:nvSpPr>
        <p:spPr>
          <a:xfrm>
            <a:off x="4581475" y="2429750"/>
            <a:ext cx="815400" cy="730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14" name="Google Shape;514;p50"/>
          <p:cNvSpPr/>
          <p:nvPr/>
        </p:nvSpPr>
        <p:spPr>
          <a:xfrm>
            <a:off x="379400" y="3614725"/>
            <a:ext cx="815400" cy="7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15" name="Google Shape;515;p50"/>
          <p:cNvSpPr/>
          <p:nvPr/>
        </p:nvSpPr>
        <p:spPr>
          <a:xfrm>
            <a:off x="4581475" y="3614725"/>
            <a:ext cx="815400" cy="730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16" name="Google Shape;516;p50"/>
          <p:cNvSpPr txBox="1">
            <a:spLocks noGrp="1"/>
          </p:cNvSpPr>
          <p:nvPr>
            <p:ph type="body" idx="1"/>
          </p:nvPr>
        </p:nvSpPr>
        <p:spPr>
          <a:xfrm>
            <a:off x="1321375" y="2529338"/>
            <a:ext cx="30543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517" name="Google Shape;517;p50"/>
          <p:cNvSpPr txBox="1">
            <a:spLocks noGrp="1"/>
          </p:cNvSpPr>
          <p:nvPr>
            <p:ph type="body" idx="2"/>
          </p:nvPr>
        </p:nvSpPr>
        <p:spPr>
          <a:xfrm>
            <a:off x="5523450" y="2529338"/>
            <a:ext cx="30543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518" name="Google Shape;518;p50"/>
          <p:cNvSpPr txBox="1">
            <a:spLocks noGrp="1"/>
          </p:cNvSpPr>
          <p:nvPr>
            <p:ph type="body" idx="3"/>
          </p:nvPr>
        </p:nvSpPr>
        <p:spPr>
          <a:xfrm>
            <a:off x="1321375" y="3727738"/>
            <a:ext cx="30543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519" name="Google Shape;519;p50"/>
          <p:cNvSpPr txBox="1">
            <a:spLocks noGrp="1"/>
          </p:cNvSpPr>
          <p:nvPr>
            <p:ph type="body" idx="4"/>
          </p:nvPr>
        </p:nvSpPr>
        <p:spPr>
          <a:xfrm>
            <a:off x="5523450" y="3727738"/>
            <a:ext cx="30543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520" name="Google Shape;520;p50"/>
          <p:cNvSpPr txBox="1">
            <a:spLocks noGrp="1"/>
          </p:cNvSpPr>
          <p:nvPr>
            <p:ph type="subTitle" idx="5"/>
          </p:nvPr>
        </p:nvSpPr>
        <p:spPr>
          <a:xfrm>
            <a:off x="542300" y="2578700"/>
            <a:ext cx="489600" cy="4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1" name="Google Shape;521;p50"/>
          <p:cNvSpPr txBox="1">
            <a:spLocks noGrp="1"/>
          </p:cNvSpPr>
          <p:nvPr>
            <p:ph type="subTitle" idx="6"/>
          </p:nvPr>
        </p:nvSpPr>
        <p:spPr>
          <a:xfrm>
            <a:off x="4744375" y="2578700"/>
            <a:ext cx="489600" cy="4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2" name="Google Shape;522;p50"/>
          <p:cNvSpPr txBox="1">
            <a:spLocks noGrp="1"/>
          </p:cNvSpPr>
          <p:nvPr>
            <p:ph type="subTitle" idx="7"/>
          </p:nvPr>
        </p:nvSpPr>
        <p:spPr>
          <a:xfrm>
            <a:off x="542300" y="3777100"/>
            <a:ext cx="489600" cy="4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3" name="Google Shape;523;p50"/>
          <p:cNvSpPr txBox="1">
            <a:spLocks noGrp="1"/>
          </p:cNvSpPr>
          <p:nvPr>
            <p:ph type="subTitle" idx="8"/>
          </p:nvPr>
        </p:nvSpPr>
        <p:spPr>
          <a:xfrm>
            <a:off x="4744375" y="3777100"/>
            <a:ext cx="489600" cy="4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524" name="Google Shape;524;p50"/>
          <p:cNvGrpSpPr/>
          <p:nvPr/>
        </p:nvGrpSpPr>
        <p:grpSpPr>
          <a:xfrm>
            <a:off x="8144685" y="-307495"/>
            <a:ext cx="1332313" cy="1332088"/>
            <a:chOff x="5814125" y="1393900"/>
            <a:chExt cx="2255100" cy="2255100"/>
          </a:xfrm>
        </p:grpSpPr>
        <p:sp>
          <p:nvSpPr>
            <p:cNvPr id="525" name="Google Shape;525;p50"/>
            <p:cNvSpPr/>
            <p:nvPr/>
          </p:nvSpPr>
          <p:spPr>
            <a:xfrm>
              <a:off x="6844025" y="1393900"/>
              <a:ext cx="195300" cy="225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26" name="Google Shape;526;p50"/>
            <p:cNvSpPr/>
            <p:nvPr/>
          </p:nvSpPr>
          <p:spPr>
            <a:xfrm rot="-5400000">
              <a:off x="6844025" y="1402250"/>
              <a:ext cx="195300" cy="225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27" name="Google Shape;527;p50"/>
            <p:cNvSpPr/>
            <p:nvPr/>
          </p:nvSpPr>
          <p:spPr>
            <a:xfrm rot="-2700000">
              <a:off x="6843997" y="1402319"/>
              <a:ext cx="195161" cy="225496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28" name="Google Shape;528;p50"/>
            <p:cNvSpPr/>
            <p:nvPr/>
          </p:nvSpPr>
          <p:spPr>
            <a:xfrm rot="-8100000">
              <a:off x="6849999" y="1408320"/>
              <a:ext cx="195161" cy="225496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63">
          <p15:clr>
            <a:srgbClr val="E46962"/>
          </p15:clr>
        </p15:guide>
        <p15:guide id="2" orient="horz" pos="1017">
          <p15:clr>
            <a:srgbClr val="E46962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ultiple Quiz Options 4 v2">
  <p:cSld name="CUSTOM_29_1"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1"/>
          <p:cNvSpPr txBox="1">
            <a:spLocks noGrp="1"/>
          </p:cNvSpPr>
          <p:nvPr>
            <p:ph type="title"/>
          </p:nvPr>
        </p:nvSpPr>
        <p:spPr>
          <a:xfrm>
            <a:off x="566250" y="2285400"/>
            <a:ext cx="3183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31" name="Google Shape;531;p51"/>
          <p:cNvSpPr/>
          <p:nvPr/>
        </p:nvSpPr>
        <p:spPr>
          <a:xfrm>
            <a:off x="5798775" y="699375"/>
            <a:ext cx="2604600" cy="730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32" name="Google Shape;532;p51"/>
          <p:cNvSpPr/>
          <p:nvPr/>
        </p:nvSpPr>
        <p:spPr>
          <a:xfrm>
            <a:off x="5798775" y="1704125"/>
            <a:ext cx="2604600" cy="730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33" name="Google Shape;533;p51"/>
          <p:cNvSpPr/>
          <p:nvPr/>
        </p:nvSpPr>
        <p:spPr>
          <a:xfrm>
            <a:off x="5798775" y="2708875"/>
            <a:ext cx="2604600" cy="7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34" name="Google Shape;534;p51"/>
          <p:cNvSpPr/>
          <p:nvPr/>
        </p:nvSpPr>
        <p:spPr>
          <a:xfrm>
            <a:off x="5798775" y="3713625"/>
            <a:ext cx="2604600" cy="730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35" name="Google Shape;535;p51"/>
          <p:cNvSpPr txBox="1">
            <a:spLocks noGrp="1"/>
          </p:cNvSpPr>
          <p:nvPr>
            <p:ph type="body" idx="1"/>
          </p:nvPr>
        </p:nvSpPr>
        <p:spPr>
          <a:xfrm>
            <a:off x="6437135" y="825225"/>
            <a:ext cx="1811700" cy="48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36" name="Google Shape;536;p51"/>
          <p:cNvSpPr txBox="1">
            <a:spLocks noGrp="1"/>
          </p:cNvSpPr>
          <p:nvPr>
            <p:ph type="body" idx="2"/>
          </p:nvPr>
        </p:nvSpPr>
        <p:spPr>
          <a:xfrm>
            <a:off x="6434300" y="1827425"/>
            <a:ext cx="1811700" cy="48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37" name="Google Shape;537;p51"/>
          <p:cNvSpPr txBox="1">
            <a:spLocks noGrp="1"/>
          </p:cNvSpPr>
          <p:nvPr>
            <p:ph type="body" idx="3"/>
          </p:nvPr>
        </p:nvSpPr>
        <p:spPr>
          <a:xfrm>
            <a:off x="6434300" y="2845138"/>
            <a:ext cx="1811700" cy="48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38" name="Google Shape;538;p51"/>
          <p:cNvSpPr txBox="1">
            <a:spLocks noGrp="1"/>
          </p:cNvSpPr>
          <p:nvPr>
            <p:ph type="body" idx="4"/>
          </p:nvPr>
        </p:nvSpPr>
        <p:spPr>
          <a:xfrm>
            <a:off x="6434300" y="3836925"/>
            <a:ext cx="1811700" cy="48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39" name="Google Shape;539;p51"/>
          <p:cNvSpPr txBox="1">
            <a:spLocks noGrp="1"/>
          </p:cNvSpPr>
          <p:nvPr>
            <p:ph type="subTitle" idx="5"/>
          </p:nvPr>
        </p:nvSpPr>
        <p:spPr>
          <a:xfrm>
            <a:off x="5931575" y="851400"/>
            <a:ext cx="455400" cy="44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0" name="Google Shape;540;p51"/>
          <p:cNvSpPr txBox="1">
            <a:spLocks noGrp="1"/>
          </p:cNvSpPr>
          <p:nvPr>
            <p:ph type="subTitle" idx="6"/>
          </p:nvPr>
        </p:nvSpPr>
        <p:spPr>
          <a:xfrm>
            <a:off x="5931575" y="1848275"/>
            <a:ext cx="455400" cy="44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1" name="Google Shape;541;p51"/>
          <p:cNvSpPr txBox="1">
            <a:spLocks noGrp="1"/>
          </p:cNvSpPr>
          <p:nvPr>
            <p:ph type="subTitle" idx="7"/>
          </p:nvPr>
        </p:nvSpPr>
        <p:spPr>
          <a:xfrm>
            <a:off x="5931575" y="2866000"/>
            <a:ext cx="455400" cy="44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2" name="Google Shape;542;p51"/>
          <p:cNvSpPr txBox="1">
            <a:spLocks noGrp="1"/>
          </p:cNvSpPr>
          <p:nvPr>
            <p:ph type="subTitle" idx="8"/>
          </p:nvPr>
        </p:nvSpPr>
        <p:spPr>
          <a:xfrm>
            <a:off x="5978900" y="3867260"/>
            <a:ext cx="455400" cy="44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543" name="Google Shape;543;p51"/>
          <p:cNvGrpSpPr/>
          <p:nvPr/>
        </p:nvGrpSpPr>
        <p:grpSpPr>
          <a:xfrm>
            <a:off x="-184963" y="3959038"/>
            <a:ext cx="1814400" cy="1390613"/>
            <a:chOff x="2982412" y="1568263"/>
            <a:chExt cx="1814400" cy="1390613"/>
          </a:xfrm>
        </p:grpSpPr>
        <p:sp>
          <p:nvSpPr>
            <p:cNvPr id="544" name="Google Shape;544;p51"/>
            <p:cNvSpPr/>
            <p:nvPr/>
          </p:nvSpPr>
          <p:spPr>
            <a:xfrm>
              <a:off x="2982412" y="1568263"/>
              <a:ext cx="1814400" cy="4095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51"/>
            <p:cNvSpPr/>
            <p:nvPr/>
          </p:nvSpPr>
          <p:spPr>
            <a:xfrm>
              <a:off x="2982412" y="1811150"/>
              <a:ext cx="1814400" cy="4143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51"/>
            <p:cNvSpPr/>
            <p:nvPr/>
          </p:nvSpPr>
          <p:spPr>
            <a:xfrm>
              <a:off x="2982412" y="2058800"/>
              <a:ext cx="1814400" cy="4095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51"/>
            <p:cNvSpPr/>
            <p:nvPr/>
          </p:nvSpPr>
          <p:spPr>
            <a:xfrm>
              <a:off x="2982412" y="2301688"/>
              <a:ext cx="1814400" cy="4095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51"/>
            <p:cNvSpPr/>
            <p:nvPr/>
          </p:nvSpPr>
          <p:spPr>
            <a:xfrm>
              <a:off x="2982412" y="2544575"/>
              <a:ext cx="1814400" cy="4143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ultiple Quiz Options 3 v1">
  <p:cSld name="CUSTOM_30"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2"/>
          <p:cNvSpPr txBox="1">
            <a:spLocks noGrp="1"/>
          </p:cNvSpPr>
          <p:nvPr>
            <p:ph type="title"/>
          </p:nvPr>
        </p:nvSpPr>
        <p:spPr>
          <a:xfrm>
            <a:off x="379400" y="445025"/>
            <a:ext cx="8372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51" name="Google Shape;551;p52"/>
          <p:cNvSpPr/>
          <p:nvPr/>
        </p:nvSpPr>
        <p:spPr>
          <a:xfrm>
            <a:off x="379400" y="2644450"/>
            <a:ext cx="639300" cy="57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52" name="Google Shape;552;p52"/>
          <p:cNvSpPr txBox="1">
            <a:spLocks noGrp="1"/>
          </p:cNvSpPr>
          <p:nvPr>
            <p:ph type="body" idx="1"/>
          </p:nvPr>
        </p:nvSpPr>
        <p:spPr>
          <a:xfrm>
            <a:off x="1112700" y="2665150"/>
            <a:ext cx="18468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553" name="Google Shape;553;p52"/>
          <p:cNvSpPr txBox="1">
            <a:spLocks noGrp="1"/>
          </p:cNvSpPr>
          <p:nvPr>
            <p:ph type="body" idx="2"/>
          </p:nvPr>
        </p:nvSpPr>
        <p:spPr>
          <a:xfrm>
            <a:off x="4043713" y="2665150"/>
            <a:ext cx="18468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554" name="Google Shape;554;p52"/>
          <p:cNvSpPr txBox="1">
            <a:spLocks noGrp="1"/>
          </p:cNvSpPr>
          <p:nvPr>
            <p:ph type="body" idx="3"/>
          </p:nvPr>
        </p:nvSpPr>
        <p:spPr>
          <a:xfrm>
            <a:off x="6877225" y="2665150"/>
            <a:ext cx="18468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555" name="Google Shape;555;p52"/>
          <p:cNvSpPr/>
          <p:nvPr/>
        </p:nvSpPr>
        <p:spPr>
          <a:xfrm>
            <a:off x="3253500" y="2644450"/>
            <a:ext cx="639300" cy="572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56" name="Google Shape;556;p52"/>
          <p:cNvSpPr/>
          <p:nvPr/>
        </p:nvSpPr>
        <p:spPr>
          <a:xfrm>
            <a:off x="6133400" y="2644450"/>
            <a:ext cx="639300" cy="572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57" name="Google Shape;557;p52"/>
          <p:cNvSpPr txBox="1">
            <a:spLocks noGrp="1"/>
          </p:cNvSpPr>
          <p:nvPr>
            <p:ph type="subTitle" idx="4"/>
          </p:nvPr>
        </p:nvSpPr>
        <p:spPr>
          <a:xfrm>
            <a:off x="454250" y="2714500"/>
            <a:ext cx="489600" cy="4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8" name="Google Shape;558;p52"/>
          <p:cNvSpPr txBox="1">
            <a:spLocks noGrp="1"/>
          </p:cNvSpPr>
          <p:nvPr>
            <p:ph type="subTitle" idx="5"/>
          </p:nvPr>
        </p:nvSpPr>
        <p:spPr>
          <a:xfrm>
            <a:off x="3331250" y="2714500"/>
            <a:ext cx="489600" cy="4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9" name="Google Shape;559;p52"/>
          <p:cNvSpPr txBox="1">
            <a:spLocks noGrp="1"/>
          </p:cNvSpPr>
          <p:nvPr>
            <p:ph type="subTitle" idx="6"/>
          </p:nvPr>
        </p:nvSpPr>
        <p:spPr>
          <a:xfrm>
            <a:off x="6211935" y="2714500"/>
            <a:ext cx="489600" cy="4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560" name="Google Shape;560;p52"/>
          <p:cNvGrpSpPr/>
          <p:nvPr/>
        </p:nvGrpSpPr>
        <p:grpSpPr>
          <a:xfrm>
            <a:off x="8144685" y="-307495"/>
            <a:ext cx="1332313" cy="1332088"/>
            <a:chOff x="5814125" y="1393900"/>
            <a:chExt cx="2255100" cy="2255100"/>
          </a:xfrm>
        </p:grpSpPr>
        <p:sp>
          <p:nvSpPr>
            <p:cNvPr id="561" name="Google Shape;561;p52"/>
            <p:cNvSpPr/>
            <p:nvPr/>
          </p:nvSpPr>
          <p:spPr>
            <a:xfrm>
              <a:off x="6844025" y="1393900"/>
              <a:ext cx="195300" cy="225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62" name="Google Shape;562;p52"/>
            <p:cNvSpPr/>
            <p:nvPr/>
          </p:nvSpPr>
          <p:spPr>
            <a:xfrm rot="-5400000">
              <a:off x="6844025" y="1402250"/>
              <a:ext cx="195300" cy="225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63" name="Google Shape;563;p52"/>
            <p:cNvSpPr/>
            <p:nvPr/>
          </p:nvSpPr>
          <p:spPr>
            <a:xfrm rot="-2700000">
              <a:off x="6843997" y="1402319"/>
              <a:ext cx="195161" cy="225496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64" name="Google Shape;564;p52"/>
            <p:cNvSpPr/>
            <p:nvPr/>
          </p:nvSpPr>
          <p:spPr>
            <a:xfrm rot="-8100000">
              <a:off x="6849999" y="1408320"/>
              <a:ext cx="195161" cy="225496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ultiple Quiz Options 3 v2">
  <p:cSld name="CUSTOM_31"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3"/>
          <p:cNvSpPr txBox="1">
            <a:spLocks noGrp="1"/>
          </p:cNvSpPr>
          <p:nvPr>
            <p:ph type="title"/>
          </p:nvPr>
        </p:nvSpPr>
        <p:spPr>
          <a:xfrm>
            <a:off x="566250" y="2285400"/>
            <a:ext cx="3972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grpSp>
        <p:nvGrpSpPr>
          <p:cNvPr id="567" name="Google Shape;567;p53"/>
          <p:cNvGrpSpPr/>
          <p:nvPr/>
        </p:nvGrpSpPr>
        <p:grpSpPr>
          <a:xfrm>
            <a:off x="-184963" y="3959038"/>
            <a:ext cx="1814400" cy="1390613"/>
            <a:chOff x="2982412" y="1568263"/>
            <a:chExt cx="1814400" cy="1390613"/>
          </a:xfrm>
        </p:grpSpPr>
        <p:sp>
          <p:nvSpPr>
            <p:cNvPr id="568" name="Google Shape;568;p53"/>
            <p:cNvSpPr/>
            <p:nvPr/>
          </p:nvSpPr>
          <p:spPr>
            <a:xfrm>
              <a:off x="2982412" y="1568263"/>
              <a:ext cx="1814400" cy="4095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53"/>
            <p:cNvSpPr/>
            <p:nvPr/>
          </p:nvSpPr>
          <p:spPr>
            <a:xfrm>
              <a:off x="2982412" y="1811150"/>
              <a:ext cx="1814400" cy="4143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53"/>
            <p:cNvSpPr/>
            <p:nvPr/>
          </p:nvSpPr>
          <p:spPr>
            <a:xfrm>
              <a:off x="2982412" y="2058800"/>
              <a:ext cx="1814400" cy="4095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53"/>
            <p:cNvSpPr/>
            <p:nvPr/>
          </p:nvSpPr>
          <p:spPr>
            <a:xfrm>
              <a:off x="2982412" y="2301688"/>
              <a:ext cx="1814400" cy="4095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53"/>
            <p:cNvSpPr/>
            <p:nvPr/>
          </p:nvSpPr>
          <p:spPr>
            <a:xfrm>
              <a:off x="2982412" y="2544575"/>
              <a:ext cx="1814400" cy="4143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3" name="Google Shape;573;p53"/>
          <p:cNvSpPr/>
          <p:nvPr/>
        </p:nvSpPr>
        <p:spPr>
          <a:xfrm>
            <a:off x="5798775" y="1201750"/>
            <a:ext cx="2604600" cy="730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74" name="Google Shape;574;p53"/>
          <p:cNvSpPr/>
          <p:nvPr/>
        </p:nvSpPr>
        <p:spPr>
          <a:xfrm>
            <a:off x="5798775" y="2206500"/>
            <a:ext cx="2604600" cy="730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75" name="Google Shape;575;p53"/>
          <p:cNvSpPr/>
          <p:nvPr/>
        </p:nvSpPr>
        <p:spPr>
          <a:xfrm>
            <a:off x="5798775" y="3211250"/>
            <a:ext cx="2604600" cy="7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76" name="Google Shape;576;p53"/>
          <p:cNvSpPr txBox="1">
            <a:spLocks noGrp="1"/>
          </p:cNvSpPr>
          <p:nvPr>
            <p:ph type="body" idx="1"/>
          </p:nvPr>
        </p:nvSpPr>
        <p:spPr>
          <a:xfrm>
            <a:off x="6437135" y="1327600"/>
            <a:ext cx="1811700" cy="48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77" name="Google Shape;577;p53"/>
          <p:cNvSpPr txBox="1">
            <a:spLocks noGrp="1"/>
          </p:cNvSpPr>
          <p:nvPr>
            <p:ph type="body" idx="2"/>
          </p:nvPr>
        </p:nvSpPr>
        <p:spPr>
          <a:xfrm>
            <a:off x="6434300" y="2329800"/>
            <a:ext cx="1811700" cy="48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78" name="Google Shape;578;p53"/>
          <p:cNvSpPr txBox="1">
            <a:spLocks noGrp="1"/>
          </p:cNvSpPr>
          <p:nvPr>
            <p:ph type="body" idx="3"/>
          </p:nvPr>
        </p:nvSpPr>
        <p:spPr>
          <a:xfrm>
            <a:off x="6434300" y="3347513"/>
            <a:ext cx="1811700" cy="48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79" name="Google Shape;579;p53"/>
          <p:cNvSpPr txBox="1">
            <a:spLocks noGrp="1"/>
          </p:cNvSpPr>
          <p:nvPr>
            <p:ph type="subTitle" idx="4"/>
          </p:nvPr>
        </p:nvSpPr>
        <p:spPr>
          <a:xfrm>
            <a:off x="5931575" y="1353775"/>
            <a:ext cx="455400" cy="44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0" name="Google Shape;580;p53"/>
          <p:cNvSpPr txBox="1">
            <a:spLocks noGrp="1"/>
          </p:cNvSpPr>
          <p:nvPr>
            <p:ph type="subTitle" idx="5"/>
          </p:nvPr>
        </p:nvSpPr>
        <p:spPr>
          <a:xfrm>
            <a:off x="5931575" y="2350650"/>
            <a:ext cx="455400" cy="44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1" name="Google Shape;581;p53"/>
          <p:cNvSpPr txBox="1">
            <a:spLocks noGrp="1"/>
          </p:cNvSpPr>
          <p:nvPr>
            <p:ph type="subTitle" idx="6"/>
          </p:nvPr>
        </p:nvSpPr>
        <p:spPr>
          <a:xfrm>
            <a:off x="5931575" y="3368375"/>
            <a:ext cx="455400" cy="44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ultiple Quiz Options 2 v1">
  <p:cSld name="CUSTOM_32"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54"/>
          <p:cNvSpPr txBox="1">
            <a:spLocks noGrp="1"/>
          </p:cNvSpPr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84" name="Google Shape;584;p54"/>
          <p:cNvSpPr/>
          <p:nvPr/>
        </p:nvSpPr>
        <p:spPr>
          <a:xfrm>
            <a:off x="513900" y="2454550"/>
            <a:ext cx="816000" cy="7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85" name="Google Shape;585;p54"/>
          <p:cNvSpPr txBox="1">
            <a:spLocks noGrp="1"/>
          </p:cNvSpPr>
          <p:nvPr>
            <p:ph type="body" idx="1"/>
          </p:nvPr>
        </p:nvSpPr>
        <p:spPr>
          <a:xfrm>
            <a:off x="1501026" y="2444234"/>
            <a:ext cx="2586000" cy="74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586" name="Google Shape;586;p54"/>
          <p:cNvSpPr txBox="1">
            <a:spLocks noGrp="1"/>
          </p:cNvSpPr>
          <p:nvPr>
            <p:ph type="body" idx="2"/>
          </p:nvPr>
        </p:nvSpPr>
        <p:spPr>
          <a:xfrm>
            <a:off x="5991742" y="2448697"/>
            <a:ext cx="2586000" cy="74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587" name="Google Shape;587;p54"/>
          <p:cNvSpPr/>
          <p:nvPr/>
        </p:nvSpPr>
        <p:spPr>
          <a:xfrm>
            <a:off x="4924925" y="2459596"/>
            <a:ext cx="816000" cy="7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88" name="Google Shape;588;p54"/>
          <p:cNvSpPr txBox="1">
            <a:spLocks noGrp="1"/>
          </p:cNvSpPr>
          <p:nvPr>
            <p:ph type="subTitle" idx="3"/>
          </p:nvPr>
        </p:nvSpPr>
        <p:spPr>
          <a:xfrm>
            <a:off x="677100" y="2608850"/>
            <a:ext cx="489600" cy="4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9" name="Google Shape;589;p54"/>
          <p:cNvSpPr txBox="1">
            <a:spLocks noGrp="1"/>
          </p:cNvSpPr>
          <p:nvPr>
            <p:ph type="subTitle" idx="4"/>
          </p:nvPr>
        </p:nvSpPr>
        <p:spPr>
          <a:xfrm>
            <a:off x="5088125" y="2608850"/>
            <a:ext cx="489600" cy="4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590" name="Google Shape;590;p54"/>
          <p:cNvGrpSpPr/>
          <p:nvPr/>
        </p:nvGrpSpPr>
        <p:grpSpPr>
          <a:xfrm>
            <a:off x="8144685" y="-307495"/>
            <a:ext cx="1332313" cy="1332088"/>
            <a:chOff x="5814125" y="1393900"/>
            <a:chExt cx="2255100" cy="2255100"/>
          </a:xfrm>
        </p:grpSpPr>
        <p:sp>
          <p:nvSpPr>
            <p:cNvPr id="591" name="Google Shape;591;p54"/>
            <p:cNvSpPr/>
            <p:nvPr/>
          </p:nvSpPr>
          <p:spPr>
            <a:xfrm>
              <a:off x="6844025" y="1393900"/>
              <a:ext cx="195300" cy="225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92" name="Google Shape;592;p54"/>
            <p:cNvSpPr/>
            <p:nvPr/>
          </p:nvSpPr>
          <p:spPr>
            <a:xfrm rot="-5400000">
              <a:off x="6844025" y="1402250"/>
              <a:ext cx="195300" cy="225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93" name="Google Shape;593;p54"/>
            <p:cNvSpPr/>
            <p:nvPr/>
          </p:nvSpPr>
          <p:spPr>
            <a:xfrm rot="-2700000">
              <a:off x="6843997" y="1402319"/>
              <a:ext cx="195161" cy="225496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94" name="Google Shape;594;p54"/>
            <p:cNvSpPr/>
            <p:nvPr/>
          </p:nvSpPr>
          <p:spPr>
            <a:xfrm rot="-8100000">
              <a:off x="6849999" y="1408320"/>
              <a:ext cx="195161" cy="225496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ultiple Quiz Options 2 v2">
  <p:cSld name="CUSTOM_33"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5"/>
          <p:cNvSpPr txBox="1">
            <a:spLocks noGrp="1"/>
          </p:cNvSpPr>
          <p:nvPr>
            <p:ph type="title"/>
          </p:nvPr>
        </p:nvSpPr>
        <p:spPr>
          <a:xfrm>
            <a:off x="566250" y="2285400"/>
            <a:ext cx="3999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grpSp>
        <p:nvGrpSpPr>
          <p:cNvPr id="597" name="Google Shape;597;p55"/>
          <p:cNvGrpSpPr/>
          <p:nvPr/>
        </p:nvGrpSpPr>
        <p:grpSpPr>
          <a:xfrm>
            <a:off x="-184963" y="3959038"/>
            <a:ext cx="1814400" cy="1390613"/>
            <a:chOff x="2982412" y="1568263"/>
            <a:chExt cx="1814400" cy="1390613"/>
          </a:xfrm>
        </p:grpSpPr>
        <p:sp>
          <p:nvSpPr>
            <p:cNvPr id="598" name="Google Shape;598;p55"/>
            <p:cNvSpPr/>
            <p:nvPr/>
          </p:nvSpPr>
          <p:spPr>
            <a:xfrm>
              <a:off x="2982412" y="1568263"/>
              <a:ext cx="1814400" cy="4095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55"/>
            <p:cNvSpPr/>
            <p:nvPr/>
          </p:nvSpPr>
          <p:spPr>
            <a:xfrm>
              <a:off x="2982412" y="1811150"/>
              <a:ext cx="1814400" cy="4143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55"/>
            <p:cNvSpPr/>
            <p:nvPr/>
          </p:nvSpPr>
          <p:spPr>
            <a:xfrm>
              <a:off x="2982412" y="2058800"/>
              <a:ext cx="1814400" cy="4095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55"/>
            <p:cNvSpPr/>
            <p:nvPr/>
          </p:nvSpPr>
          <p:spPr>
            <a:xfrm>
              <a:off x="2982412" y="2301688"/>
              <a:ext cx="1814400" cy="4095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55"/>
            <p:cNvSpPr/>
            <p:nvPr/>
          </p:nvSpPr>
          <p:spPr>
            <a:xfrm>
              <a:off x="2982412" y="2544575"/>
              <a:ext cx="1814400" cy="4143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3" name="Google Shape;603;p55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55"/>
          <p:cNvSpPr/>
          <p:nvPr/>
        </p:nvSpPr>
        <p:spPr>
          <a:xfrm>
            <a:off x="5798775" y="1378325"/>
            <a:ext cx="2604600" cy="730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605" name="Google Shape;605;p55"/>
          <p:cNvSpPr/>
          <p:nvPr/>
        </p:nvSpPr>
        <p:spPr>
          <a:xfrm>
            <a:off x="5798775" y="3034675"/>
            <a:ext cx="2604600" cy="730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606" name="Google Shape;606;p55"/>
          <p:cNvSpPr txBox="1">
            <a:spLocks noGrp="1"/>
          </p:cNvSpPr>
          <p:nvPr>
            <p:ph type="body" idx="1"/>
          </p:nvPr>
        </p:nvSpPr>
        <p:spPr>
          <a:xfrm>
            <a:off x="6437135" y="1504175"/>
            <a:ext cx="1811700" cy="48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7" name="Google Shape;607;p55"/>
          <p:cNvSpPr txBox="1">
            <a:spLocks noGrp="1"/>
          </p:cNvSpPr>
          <p:nvPr>
            <p:ph type="body" idx="2"/>
          </p:nvPr>
        </p:nvSpPr>
        <p:spPr>
          <a:xfrm>
            <a:off x="6434300" y="3157975"/>
            <a:ext cx="1811700" cy="48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8" name="Google Shape;608;p55"/>
          <p:cNvSpPr txBox="1">
            <a:spLocks noGrp="1"/>
          </p:cNvSpPr>
          <p:nvPr>
            <p:ph type="subTitle" idx="3"/>
          </p:nvPr>
        </p:nvSpPr>
        <p:spPr>
          <a:xfrm>
            <a:off x="5931575" y="1530350"/>
            <a:ext cx="455400" cy="44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9" name="Google Shape;609;p55"/>
          <p:cNvSpPr txBox="1">
            <a:spLocks noGrp="1"/>
          </p:cNvSpPr>
          <p:nvPr>
            <p:ph type="subTitle" idx="4"/>
          </p:nvPr>
        </p:nvSpPr>
        <p:spPr>
          <a:xfrm>
            <a:off x="5931575" y="3178825"/>
            <a:ext cx="455400" cy="44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Single Quiz Options 4 v1">
  <p:cSld name="CUSTOM_35"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6"/>
          <p:cNvSpPr txBox="1">
            <a:spLocks noGrp="1"/>
          </p:cNvSpPr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612" name="Google Shape;612;p56"/>
          <p:cNvSpPr/>
          <p:nvPr/>
        </p:nvSpPr>
        <p:spPr>
          <a:xfrm>
            <a:off x="379400" y="2429750"/>
            <a:ext cx="815400" cy="730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613" name="Google Shape;613;p56"/>
          <p:cNvSpPr/>
          <p:nvPr/>
        </p:nvSpPr>
        <p:spPr>
          <a:xfrm>
            <a:off x="4581475" y="2429750"/>
            <a:ext cx="815400" cy="730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614" name="Google Shape;614;p56"/>
          <p:cNvSpPr/>
          <p:nvPr/>
        </p:nvSpPr>
        <p:spPr>
          <a:xfrm>
            <a:off x="379400" y="3614725"/>
            <a:ext cx="815400" cy="7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615" name="Google Shape;615;p56"/>
          <p:cNvSpPr/>
          <p:nvPr/>
        </p:nvSpPr>
        <p:spPr>
          <a:xfrm>
            <a:off x="4581475" y="3614725"/>
            <a:ext cx="815400" cy="730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616" name="Google Shape;616;p56"/>
          <p:cNvSpPr txBox="1">
            <a:spLocks noGrp="1"/>
          </p:cNvSpPr>
          <p:nvPr>
            <p:ph type="body" idx="1"/>
          </p:nvPr>
        </p:nvSpPr>
        <p:spPr>
          <a:xfrm>
            <a:off x="1321375" y="2529338"/>
            <a:ext cx="30543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617" name="Google Shape;617;p56"/>
          <p:cNvSpPr txBox="1">
            <a:spLocks noGrp="1"/>
          </p:cNvSpPr>
          <p:nvPr>
            <p:ph type="body" idx="2"/>
          </p:nvPr>
        </p:nvSpPr>
        <p:spPr>
          <a:xfrm>
            <a:off x="5523450" y="2529338"/>
            <a:ext cx="30543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618" name="Google Shape;618;p56"/>
          <p:cNvSpPr txBox="1">
            <a:spLocks noGrp="1"/>
          </p:cNvSpPr>
          <p:nvPr>
            <p:ph type="body" idx="3"/>
          </p:nvPr>
        </p:nvSpPr>
        <p:spPr>
          <a:xfrm>
            <a:off x="1321375" y="3727738"/>
            <a:ext cx="30543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619" name="Google Shape;619;p56"/>
          <p:cNvSpPr txBox="1">
            <a:spLocks noGrp="1"/>
          </p:cNvSpPr>
          <p:nvPr>
            <p:ph type="body" idx="4"/>
          </p:nvPr>
        </p:nvSpPr>
        <p:spPr>
          <a:xfrm>
            <a:off x="5523450" y="3727738"/>
            <a:ext cx="30543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620" name="Google Shape;620;p56"/>
          <p:cNvSpPr txBox="1">
            <a:spLocks noGrp="1"/>
          </p:cNvSpPr>
          <p:nvPr>
            <p:ph type="subTitle" idx="5"/>
          </p:nvPr>
        </p:nvSpPr>
        <p:spPr>
          <a:xfrm>
            <a:off x="542300" y="2578700"/>
            <a:ext cx="489600" cy="4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1" name="Google Shape;621;p56"/>
          <p:cNvSpPr txBox="1">
            <a:spLocks noGrp="1"/>
          </p:cNvSpPr>
          <p:nvPr>
            <p:ph type="subTitle" idx="6"/>
          </p:nvPr>
        </p:nvSpPr>
        <p:spPr>
          <a:xfrm>
            <a:off x="4744375" y="2578700"/>
            <a:ext cx="489600" cy="4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2" name="Google Shape;622;p56"/>
          <p:cNvSpPr txBox="1">
            <a:spLocks noGrp="1"/>
          </p:cNvSpPr>
          <p:nvPr>
            <p:ph type="subTitle" idx="7"/>
          </p:nvPr>
        </p:nvSpPr>
        <p:spPr>
          <a:xfrm>
            <a:off x="542300" y="3777100"/>
            <a:ext cx="489600" cy="4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3" name="Google Shape;623;p56"/>
          <p:cNvSpPr txBox="1">
            <a:spLocks noGrp="1"/>
          </p:cNvSpPr>
          <p:nvPr>
            <p:ph type="subTitle" idx="8"/>
          </p:nvPr>
        </p:nvSpPr>
        <p:spPr>
          <a:xfrm>
            <a:off x="4744375" y="3777100"/>
            <a:ext cx="489600" cy="4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624" name="Google Shape;624;p56"/>
          <p:cNvGrpSpPr/>
          <p:nvPr/>
        </p:nvGrpSpPr>
        <p:grpSpPr>
          <a:xfrm>
            <a:off x="8144685" y="-307495"/>
            <a:ext cx="1332313" cy="1332088"/>
            <a:chOff x="5814125" y="1393900"/>
            <a:chExt cx="2255100" cy="2255100"/>
          </a:xfrm>
        </p:grpSpPr>
        <p:sp>
          <p:nvSpPr>
            <p:cNvPr id="625" name="Google Shape;625;p56"/>
            <p:cNvSpPr/>
            <p:nvPr/>
          </p:nvSpPr>
          <p:spPr>
            <a:xfrm>
              <a:off x="6844025" y="1393900"/>
              <a:ext cx="195300" cy="225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26" name="Google Shape;626;p56"/>
            <p:cNvSpPr/>
            <p:nvPr/>
          </p:nvSpPr>
          <p:spPr>
            <a:xfrm rot="-5400000">
              <a:off x="6844025" y="1402250"/>
              <a:ext cx="195300" cy="225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27" name="Google Shape;627;p56"/>
            <p:cNvSpPr/>
            <p:nvPr/>
          </p:nvSpPr>
          <p:spPr>
            <a:xfrm rot="-2700000">
              <a:off x="6843997" y="1402319"/>
              <a:ext cx="195161" cy="225496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28" name="Google Shape;628;p56"/>
            <p:cNvSpPr/>
            <p:nvPr/>
          </p:nvSpPr>
          <p:spPr>
            <a:xfrm rot="-8100000">
              <a:off x="6849999" y="1408320"/>
              <a:ext cx="195161" cy="225496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Single Quiz Options 4 v2">
  <p:cSld name="CUSTOM_36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57"/>
          <p:cNvSpPr txBox="1">
            <a:spLocks noGrp="1"/>
          </p:cNvSpPr>
          <p:nvPr>
            <p:ph type="title"/>
          </p:nvPr>
        </p:nvSpPr>
        <p:spPr>
          <a:xfrm>
            <a:off x="566250" y="2285400"/>
            <a:ext cx="3638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grpSp>
        <p:nvGrpSpPr>
          <p:cNvPr id="631" name="Google Shape;631;p57"/>
          <p:cNvGrpSpPr/>
          <p:nvPr/>
        </p:nvGrpSpPr>
        <p:grpSpPr>
          <a:xfrm>
            <a:off x="-184963" y="3959038"/>
            <a:ext cx="1814400" cy="1390613"/>
            <a:chOff x="2982412" y="1568263"/>
            <a:chExt cx="1814400" cy="1390613"/>
          </a:xfrm>
        </p:grpSpPr>
        <p:sp>
          <p:nvSpPr>
            <p:cNvPr id="632" name="Google Shape;632;p57"/>
            <p:cNvSpPr/>
            <p:nvPr/>
          </p:nvSpPr>
          <p:spPr>
            <a:xfrm>
              <a:off x="2982412" y="1568263"/>
              <a:ext cx="1814400" cy="4095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57"/>
            <p:cNvSpPr/>
            <p:nvPr/>
          </p:nvSpPr>
          <p:spPr>
            <a:xfrm>
              <a:off x="2982412" y="1811150"/>
              <a:ext cx="1814400" cy="4143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57"/>
            <p:cNvSpPr/>
            <p:nvPr/>
          </p:nvSpPr>
          <p:spPr>
            <a:xfrm>
              <a:off x="2982412" y="2058800"/>
              <a:ext cx="1814400" cy="4095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57"/>
            <p:cNvSpPr/>
            <p:nvPr/>
          </p:nvSpPr>
          <p:spPr>
            <a:xfrm>
              <a:off x="2982412" y="2301688"/>
              <a:ext cx="1814400" cy="4095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57"/>
            <p:cNvSpPr/>
            <p:nvPr/>
          </p:nvSpPr>
          <p:spPr>
            <a:xfrm>
              <a:off x="2982412" y="2544575"/>
              <a:ext cx="1814400" cy="4143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7" name="Google Shape;637;p57"/>
          <p:cNvSpPr/>
          <p:nvPr/>
        </p:nvSpPr>
        <p:spPr>
          <a:xfrm>
            <a:off x="5798775" y="699375"/>
            <a:ext cx="2604600" cy="730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638" name="Google Shape;638;p57"/>
          <p:cNvSpPr/>
          <p:nvPr/>
        </p:nvSpPr>
        <p:spPr>
          <a:xfrm>
            <a:off x="5798775" y="1704125"/>
            <a:ext cx="2604600" cy="730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639" name="Google Shape;639;p57"/>
          <p:cNvSpPr/>
          <p:nvPr/>
        </p:nvSpPr>
        <p:spPr>
          <a:xfrm>
            <a:off x="5798775" y="2708875"/>
            <a:ext cx="2604600" cy="7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640" name="Google Shape;640;p57"/>
          <p:cNvSpPr/>
          <p:nvPr/>
        </p:nvSpPr>
        <p:spPr>
          <a:xfrm>
            <a:off x="5798775" y="3713625"/>
            <a:ext cx="2604600" cy="730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641" name="Google Shape;641;p57"/>
          <p:cNvSpPr txBox="1">
            <a:spLocks noGrp="1"/>
          </p:cNvSpPr>
          <p:nvPr>
            <p:ph type="body" idx="1"/>
          </p:nvPr>
        </p:nvSpPr>
        <p:spPr>
          <a:xfrm>
            <a:off x="6437135" y="825225"/>
            <a:ext cx="1811700" cy="48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42" name="Google Shape;642;p57"/>
          <p:cNvSpPr txBox="1">
            <a:spLocks noGrp="1"/>
          </p:cNvSpPr>
          <p:nvPr>
            <p:ph type="body" idx="2"/>
          </p:nvPr>
        </p:nvSpPr>
        <p:spPr>
          <a:xfrm>
            <a:off x="6434300" y="1827425"/>
            <a:ext cx="1811700" cy="48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43" name="Google Shape;643;p57"/>
          <p:cNvSpPr txBox="1">
            <a:spLocks noGrp="1"/>
          </p:cNvSpPr>
          <p:nvPr>
            <p:ph type="body" idx="3"/>
          </p:nvPr>
        </p:nvSpPr>
        <p:spPr>
          <a:xfrm>
            <a:off x="6434300" y="2845138"/>
            <a:ext cx="1811700" cy="48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44" name="Google Shape;644;p57"/>
          <p:cNvSpPr txBox="1">
            <a:spLocks noGrp="1"/>
          </p:cNvSpPr>
          <p:nvPr>
            <p:ph type="body" idx="4"/>
          </p:nvPr>
        </p:nvSpPr>
        <p:spPr>
          <a:xfrm>
            <a:off x="6434300" y="3836925"/>
            <a:ext cx="1811700" cy="48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45" name="Google Shape;645;p57"/>
          <p:cNvSpPr txBox="1">
            <a:spLocks noGrp="1"/>
          </p:cNvSpPr>
          <p:nvPr>
            <p:ph type="subTitle" idx="5"/>
          </p:nvPr>
        </p:nvSpPr>
        <p:spPr>
          <a:xfrm>
            <a:off x="5931575" y="851400"/>
            <a:ext cx="455400" cy="44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46" name="Google Shape;646;p57"/>
          <p:cNvSpPr txBox="1">
            <a:spLocks noGrp="1"/>
          </p:cNvSpPr>
          <p:nvPr>
            <p:ph type="subTitle" idx="6"/>
          </p:nvPr>
        </p:nvSpPr>
        <p:spPr>
          <a:xfrm>
            <a:off x="5931575" y="1848275"/>
            <a:ext cx="455400" cy="44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47" name="Google Shape;647;p57"/>
          <p:cNvSpPr txBox="1">
            <a:spLocks noGrp="1"/>
          </p:cNvSpPr>
          <p:nvPr>
            <p:ph type="subTitle" idx="7"/>
          </p:nvPr>
        </p:nvSpPr>
        <p:spPr>
          <a:xfrm>
            <a:off x="5931575" y="2866000"/>
            <a:ext cx="455400" cy="44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48" name="Google Shape;648;p57"/>
          <p:cNvSpPr txBox="1">
            <a:spLocks noGrp="1"/>
          </p:cNvSpPr>
          <p:nvPr>
            <p:ph type="subTitle" idx="8"/>
          </p:nvPr>
        </p:nvSpPr>
        <p:spPr>
          <a:xfrm>
            <a:off x="5978900" y="3867260"/>
            <a:ext cx="455400" cy="44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Single Quiz Options 3 v1">
  <p:cSld name="CUSTOM_37"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58"/>
          <p:cNvSpPr txBox="1">
            <a:spLocks noGrp="1"/>
          </p:cNvSpPr>
          <p:nvPr>
            <p:ph type="title"/>
          </p:nvPr>
        </p:nvSpPr>
        <p:spPr>
          <a:xfrm>
            <a:off x="379400" y="445025"/>
            <a:ext cx="826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651" name="Google Shape;651;p58"/>
          <p:cNvSpPr/>
          <p:nvPr/>
        </p:nvSpPr>
        <p:spPr>
          <a:xfrm>
            <a:off x="379400" y="2644450"/>
            <a:ext cx="639300" cy="57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652" name="Google Shape;652;p58"/>
          <p:cNvSpPr txBox="1">
            <a:spLocks noGrp="1"/>
          </p:cNvSpPr>
          <p:nvPr>
            <p:ph type="body" idx="1"/>
          </p:nvPr>
        </p:nvSpPr>
        <p:spPr>
          <a:xfrm>
            <a:off x="1112700" y="2665150"/>
            <a:ext cx="18468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653" name="Google Shape;653;p58"/>
          <p:cNvSpPr txBox="1">
            <a:spLocks noGrp="1"/>
          </p:cNvSpPr>
          <p:nvPr>
            <p:ph type="body" idx="2"/>
          </p:nvPr>
        </p:nvSpPr>
        <p:spPr>
          <a:xfrm>
            <a:off x="4043713" y="2665150"/>
            <a:ext cx="18468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654" name="Google Shape;654;p58"/>
          <p:cNvSpPr txBox="1">
            <a:spLocks noGrp="1"/>
          </p:cNvSpPr>
          <p:nvPr>
            <p:ph type="body" idx="3"/>
          </p:nvPr>
        </p:nvSpPr>
        <p:spPr>
          <a:xfrm>
            <a:off x="6877225" y="2665150"/>
            <a:ext cx="18468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655" name="Google Shape;655;p58"/>
          <p:cNvSpPr/>
          <p:nvPr/>
        </p:nvSpPr>
        <p:spPr>
          <a:xfrm>
            <a:off x="3253500" y="2644450"/>
            <a:ext cx="639300" cy="572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656" name="Google Shape;656;p58"/>
          <p:cNvSpPr/>
          <p:nvPr/>
        </p:nvSpPr>
        <p:spPr>
          <a:xfrm>
            <a:off x="6133400" y="2644450"/>
            <a:ext cx="639300" cy="572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657" name="Google Shape;657;p58"/>
          <p:cNvSpPr txBox="1">
            <a:spLocks noGrp="1"/>
          </p:cNvSpPr>
          <p:nvPr>
            <p:ph type="subTitle" idx="4"/>
          </p:nvPr>
        </p:nvSpPr>
        <p:spPr>
          <a:xfrm>
            <a:off x="454250" y="2714500"/>
            <a:ext cx="489600" cy="4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8" name="Google Shape;658;p58"/>
          <p:cNvSpPr txBox="1">
            <a:spLocks noGrp="1"/>
          </p:cNvSpPr>
          <p:nvPr>
            <p:ph type="subTitle" idx="5"/>
          </p:nvPr>
        </p:nvSpPr>
        <p:spPr>
          <a:xfrm>
            <a:off x="3331250" y="2714500"/>
            <a:ext cx="489600" cy="4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9" name="Google Shape;659;p58"/>
          <p:cNvSpPr txBox="1">
            <a:spLocks noGrp="1"/>
          </p:cNvSpPr>
          <p:nvPr>
            <p:ph type="subTitle" idx="6"/>
          </p:nvPr>
        </p:nvSpPr>
        <p:spPr>
          <a:xfrm>
            <a:off x="6211935" y="2714500"/>
            <a:ext cx="489600" cy="4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660" name="Google Shape;660;p58"/>
          <p:cNvGrpSpPr/>
          <p:nvPr/>
        </p:nvGrpSpPr>
        <p:grpSpPr>
          <a:xfrm>
            <a:off x="8144685" y="-307495"/>
            <a:ext cx="1332313" cy="1332088"/>
            <a:chOff x="5814125" y="1393900"/>
            <a:chExt cx="2255100" cy="2255100"/>
          </a:xfrm>
        </p:grpSpPr>
        <p:sp>
          <p:nvSpPr>
            <p:cNvPr id="661" name="Google Shape;661;p58"/>
            <p:cNvSpPr/>
            <p:nvPr/>
          </p:nvSpPr>
          <p:spPr>
            <a:xfrm>
              <a:off x="6844025" y="1393900"/>
              <a:ext cx="195300" cy="225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62" name="Google Shape;662;p58"/>
            <p:cNvSpPr/>
            <p:nvPr/>
          </p:nvSpPr>
          <p:spPr>
            <a:xfrm rot="-5400000">
              <a:off x="6844025" y="1402250"/>
              <a:ext cx="195300" cy="225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63" name="Google Shape;663;p58"/>
            <p:cNvSpPr/>
            <p:nvPr/>
          </p:nvSpPr>
          <p:spPr>
            <a:xfrm rot="-2700000">
              <a:off x="6843997" y="1402319"/>
              <a:ext cx="195161" cy="225496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64" name="Google Shape;664;p58"/>
            <p:cNvSpPr/>
            <p:nvPr/>
          </p:nvSpPr>
          <p:spPr>
            <a:xfrm rot="-8100000">
              <a:off x="6849999" y="1408320"/>
              <a:ext cx="195161" cy="225496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665" name="Google Shape;665;p58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Single Quiz Options 3 v2">
  <p:cSld name="CUSTOM_38"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59"/>
          <p:cNvSpPr txBox="1">
            <a:spLocks noGrp="1"/>
          </p:cNvSpPr>
          <p:nvPr>
            <p:ph type="title"/>
          </p:nvPr>
        </p:nvSpPr>
        <p:spPr>
          <a:xfrm>
            <a:off x="566250" y="2285400"/>
            <a:ext cx="402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grpSp>
        <p:nvGrpSpPr>
          <p:cNvPr id="668" name="Google Shape;668;p59"/>
          <p:cNvGrpSpPr/>
          <p:nvPr/>
        </p:nvGrpSpPr>
        <p:grpSpPr>
          <a:xfrm>
            <a:off x="-184963" y="3959038"/>
            <a:ext cx="1814400" cy="1390613"/>
            <a:chOff x="2982412" y="1568263"/>
            <a:chExt cx="1814400" cy="1390613"/>
          </a:xfrm>
        </p:grpSpPr>
        <p:sp>
          <p:nvSpPr>
            <p:cNvPr id="669" name="Google Shape;669;p59"/>
            <p:cNvSpPr/>
            <p:nvPr/>
          </p:nvSpPr>
          <p:spPr>
            <a:xfrm>
              <a:off x="2982412" y="1568263"/>
              <a:ext cx="1814400" cy="4095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59"/>
            <p:cNvSpPr/>
            <p:nvPr/>
          </p:nvSpPr>
          <p:spPr>
            <a:xfrm>
              <a:off x="2982412" y="1811150"/>
              <a:ext cx="1814400" cy="4143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59"/>
            <p:cNvSpPr/>
            <p:nvPr/>
          </p:nvSpPr>
          <p:spPr>
            <a:xfrm>
              <a:off x="2982412" y="2058800"/>
              <a:ext cx="1814400" cy="4095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59"/>
            <p:cNvSpPr/>
            <p:nvPr/>
          </p:nvSpPr>
          <p:spPr>
            <a:xfrm>
              <a:off x="2982412" y="2301688"/>
              <a:ext cx="1814400" cy="4095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59"/>
            <p:cNvSpPr/>
            <p:nvPr/>
          </p:nvSpPr>
          <p:spPr>
            <a:xfrm>
              <a:off x="2982412" y="2544575"/>
              <a:ext cx="1814400" cy="4143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4" name="Google Shape;674;p59"/>
          <p:cNvSpPr/>
          <p:nvPr/>
        </p:nvSpPr>
        <p:spPr>
          <a:xfrm>
            <a:off x="5798775" y="1201750"/>
            <a:ext cx="2604600" cy="730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675" name="Google Shape;675;p59"/>
          <p:cNvSpPr/>
          <p:nvPr/>
        </p:nvSpPr>
        <p:spPr>
          <a:xfrm>
            <a:off x="5798775" y="2206500"/>
            <a:ext cx="2604600" cy="730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676" name="Google Shape;676;p59"/>
          <p:cNvSpPr/>
          <p:nvPr/>
        </p:nvSpPr>
        <p:spPr>
          <a:xfrm>
            <a:off x="5798775" y="3211250"/>
            <a:ext cx="2604600" cy="7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677" name="Google Shape;677;p59"/>
          <p:cNvSpPr txBox="1">
            <a:spLocks noGrp="1"/>
          </p:cNvSpPr>
          <p:nvPr>
            <p:ph type="body" idx="1"/>
          </p:nvPr>
        </p:nvSpPr>
        <p:spPr>
          <a:xfrm>
            <a:off x="6437135" y="1327600"/>
            <a:ext cx="1811700" cy="48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8" name="Google Shape;678;p59"/>
          <p:cNvSpPr txBox="1">
            <a:spLocks noGrp="1"/>
          </p:cNvSpPr>
          <p:nvPr>
            <p:ph type="body" idx="2"/>
          </p:nvPr>
        </p:nvSpPr>
        <p:spPr>
          <a:xfrm>
            <a:off x="6434300" y="2329800"/>
            <a:ext cx="1811700" cy="48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9" name="Google Shape;679;p59"/>
          <p:cNvSpPr txBox="1">
            <a:spLocks noGrp="1"/>
          </p:cNvSpPr>
          <p:nvPr>
            <p:ph type="body" idx="3"/>
          </p:nvPr>
        </p:nvSpPr>
        <p:spPr>
          <a:xfrm>
            <a:off x="6434300" y="3347513"/>
            <a:ext cx="1811700" cy="48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80" name="Google Shape;680;p59"/>
          <p:cNvSpPr txBox="1">
            <a:spLocks noGrp="1"/>
          </p:cNvSpPr>
          <p:nvPr>
            <p:ph type="subTitle" idx="4"/>
          </p:nvPr>
        </p:nvSpPr>
        <p:spPr>
          <a:xfrm>
            <a:off x="5931575" y="1353775"/>
            <a:ext cx="455400" cy="44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81" name="Google Shape;681;p59"/>
          <p:cNvSpPr txBox="1">
            <a:spLocks noGrp="1"/>
          </p:cNvSpPr>
          <p:nvPr>
            <p:ph type="subTitle" idx="5"/>
          </p:nvPr>
        </p:nvSpPr>
        <p:spPr>
          <a:xfrm>
            <a:off x="5931575" y="2350650"/>
            <a:ext cx="455400" cy="44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82" name="Google Shape;682;p59"/>
          <p:cNvSpPr txBox="1">
            <a:spLocks noGrp="1"/>
          </p:cNvSpPr>
          <p:nvPr>
            <p:ph type="subTitle" idx="6"/>
          </p:nvPr>
        </p:nvSpPr>
        <p:spPr>
          <a:xfrm>
            <a:off x="5931575" y="3368375"/>
            <a:ext cx="455400" cy="44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Single Quiz Options 2 v1">
  <p:cSld name="CUSTOM_39"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60"/>
          <p:cNvSpPr txBox="1">
            <a:spLocks noGrp="1"/>
          </p:cNvSpPr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685" name="Google Shape;685;p60"/>
          <p:cNvSpPr/>
          <p:nvPr/>
        </p:nvSpPr>
        <p:spPr>
          <a:xfrm>
            <a:off x="513900" y="2454550"/>
            <a:ext cx="816000" cy="7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686" name="Google Shape;686;p60"/>
          <p:cNvSpPr txBox="1">
            <a:spLocks noGrp="1"/>
          </p:cNvSpPr>
          <p:nvPr>
            <p:ph type="body" idx="1"/>
          </p:nvPr>
        </p:nvSpPr>
        <p:spPr>
          <a:xfrm>
            <a:off x="1501026" y="2444234"/>
            <a:ext cx="2586000" cy="74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687" name="Google Shape;687;p60"/>
          <p:cNvSpPr txBox="1">
            <a:spLocks noGrp="1"/>
          </p:cNvSpPr>
          <p:nvPr>
            <p:ph type="body" idx="2"/>
          </p:nvPr>
        </p:nvSpPr>
        <p:spPr>
          <a:xfrm>
            <a:off x="5991742" y="2448697"/>
            <a:ext cx="2586000" cy="74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688" name="Google Shape;688;p60"/>
          <p:cNvSpPr/>
          <p:nvPr/>
        </p:nvSpPr>
        <p:spPr>
          <a:xfrm>
            <a:off x="4924925" y="2459596"/>
            <a:ext cx="816000" cy="7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689" name="Google Shape;689;p60"/>
          <p:cNvSpPr txBox="1">
            <a:spLocks noGrp="1"/>
          </p:cNvSpPr>
          <p:nvPr>
            <p:ph type="subTitle" idx="3"/>
          </p:nvPr>
        </p:nvSpPr>
        <p:spPr>
          <a:xfrm>
            <a:off x="677100" y="2608850"/>
            <a:ext cx="489600" cy="4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0" name="Google Shape;690;p60"/>
          <p:cNvSpPr txBox="1">
            <a:spLocks noGrp="1"/>
          </p:cNvSpPr>
          <p:nvPr>
            <p:ph type="subTitle" idx="4"/>
          </p:nvPr>
        </p:nvSpPr>
        <p:spPr>
          <a:xfrm>
            <a:off x="5088125" y="2608850"/>
            <a:ext cx="489600" cy="4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691" name="Google Shape;691;p60"/>
          <p:cNvGrpSpPr/>
          <p:nvPr/>
        </p:nvGrpSpPr>
        <p:grpSpPr>
          <a:xfrm>
            <a:off x="8144685" y="-307495"/>
            <a:ext cx="1332313" cy="1332088"/>
            <a:chOff x="5814125" y="1393900"/>
            <a:chExt cx="2255100" cy="2255100"/>
          </a:xfrm>
        </p:grpSpPr>
        <p:sp>
          <p:nvSpPr>
            <p:cNvPr id="692" name="Google Shape;692;p60"/>
            <p:cNvSpPr/>
            <p:nvPr/>
          </p:nvSpPr>
          <p:spPr>
            <a:xfrm>
              <a:off x="6844025" y="1393900"/>
              <a:ext cx="195300" cy="225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93" name="Google Shape;693;p60"/>
            <p:cNvSpPr/>
            <p:nvPr/>
          </p:nvSpPr>
          <p:spPr>
            <a:xfrm rot="-5400000">
              <a:off x="6844025" y="1402250"/>
              <a:ext cx="195300" cy="225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94" name="Google Shape;694;p60"/>
            <p:cNvSpPr/>
            <p:nvPr/>
          </p:nvSpPr>
          <p:spPr>
            <a:xfrm rot="-2700000">
              <a:off x="6843997" y="1402319"/>
              <a:ext cx="195161" cy="225496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95" name="Google Shape;695;p60"/>
            <p:cNvSpPr/>
            <p:nvPr/>
          </p:nvSpPr>
          <p:spPr>
            <a:xfrm rot="-8100000">
              <a:off x="6849999" y="1408320"/>
              <a:ext cx="195161" cy="225496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696" name="Google Shape;696;p6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Single Quiz Options 2 v2">
  <p:cSld name="CUSTOM_40"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1"/>
          <p:cNvSpPr txBox="1">
            <a:spLocks noGrp="1"/>
          </p:cNvSpPr>
          <p:nvPr>
            <p:ph type="title"/>
          </p:nvPr>
        </p:nvSpPr>
        <p:spPr>
          <a:xfrm>
            <a:off x="566250" y="2339775"/>
            <a:ext cx="3999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grpSp>
        <p:nvGrpSpPr>
          <p:cNvPr id="699" name="Google Shape;699;p61"/>
          <p:cNvGrpSpPr/>
          <p:nvPr/>
        </p:nvGrpSpPr>
        <p:grpSpPr>
          <a:xfrm>
            <a:off x="-184963" y="3959038"/>
            <a:ext cx="1814400" cy="1390613"/>
            <a:chOff x="2982412" y="1568263"/>
            <a:chExt cx="1814400" cy="1390613"/>
          </a:xfrm>
        </p:grpSpPr>
        <p:sp>
          <p:nvSpPr>
            <p:cNvPr id="700" name="Google Shape;700;p61"/>
            <p:cNvSpPr/>
            <p:nvPr/>
          </p:nvSpPr>
          <p:spPr>
            <a:xfrm>
              <a:off x="2982412" y="1568263"/>
              <a:ext cx="1814400" cy="4095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61"/>
            <p:cNvSpPr/>
            <p:nvPr/>
          </p:nvSpPr>
          <p:spPr>
            <a:xfrm>
              <a:off x="2982412" y="1811150"/>
              <a:ext cx="1814400" cy="4143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61"/>
            <p:cNvSpPr/>
            <p:nvPr/>
          </p:nvSpPr>
          <p:spPr>
            <a:xfrm>
              <a:off x="2982412" y="2058800"/>
              <a:ext cx="1814400" cy="4095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61"/>
            <p:cNvSpPr/>
            <p:nvPr/>
          </p:nvSpPr>
          <p:spPr>
            <a:xfrm>
              <a:off x="2982412" y="2301688"/>
              <a:ext cx="1814400" cy="4095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61"/>
            <p:cNvSpPr/>
            <p:nvPr/>
          </p:nvSpPr>
          <p:spPr>
            <a:xfrm>
              <a:off x="2982412" y="2544575"/>
              <a:ext cx="1814400" cy="414300"/>
            </a:xfrm>
            <a:prstGeom prst="ellipse">
              <a:avLst/>
            </a:prstGeom>
            <a:noFill/>
            <a:ln w="25400" cap="flat" cmpd="sng">
              <a:solidFill>
                <a:srgbClr val="FF3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5" name="Google Shape;705;p61"/>
          <p:cNvSpPr/>
          <p:nvPr/>
        </p:nvSpPr>
        <p:spPr>
          <a:xfrm>
            <a:off x="5798775" y="1378325"/>
            <a:ext cx="2604600" cy="730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706" name="Google Shape;706;p61"/>
          <p:cNvSpPr/>
          <p:nvPr/>
        </p:nvSpPr>
        <p:spPr>
          <a:xfrm>
            <a:off x="5798775" y="3034675"/>
            <a:ext cx="2604600" cy="730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707" name="Google Shape;707;p61"/>
          <p:cNvSpPr txBox="1">
            <a:spLocks noGrp="1"/>
          </p:cNvSpPr>
          <p:nvPr>
            <p:ph type="body" idx="1"/>
          </p:nvPr>
        </p:nvSpPr>
        <p:spPr>
          <a:xfrm>
            <a:off x="6437135" y="1504175"/>
            <a:ext cx="1811700" cy="48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08" name="Google Shape;708;p61"/>
          <p:cNvSpPr txBox="1">
            <a:spLocks noGrp="1"/>
          </p:cNvSpPr>
          <p:nvPr>
            <p:ph type="body" idx="2"/>
          </p:nvPr>
        </p:nvSpPr>
        <p:spPr>
          <a:xfrm>
            <a:off x="6434300" y="3157975"/>
            <a:ext cx="1811700" cy="48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09" name="Google Shape;709;p61"/>
          <p:cNvSpPr txBox="1">
            <a:spLocks noGrp="1"/>
          </p:cNvSpPr>
          <p:nvPr>
            <p:ph type="subTitle" idx="3"/>
          </p:nvPr>
        </p:nvSpPr>
        <p:spPr>
          <a:xfrm>
            <a:off x="5931575" y="1530350"/>
            <a:ext cx="455400" cy="44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10" name="Google Shape;710;p61"/>
          <p:cNvSpPr txBox="1">
            <a:spLocks noGrp="1"/>
          </p:cNvSpPr>
          <p:nvPr>
            <p:ph type="subTitle" idx="4"/>
          </p:nvPr>
        </p:nvSpPr>
        <p:spPr>
          <a:xfrm>
            <a:off x="5931575" y="3178825"/>
            <a:ext cx="455400" cy="44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True False v1">
  <p:cSld name="CUSTOM_34"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62"/>
          <p:cNvSpPr/>
          <p:nvPr/>
        </p:nvSpPr>
        <p:spPr>
          <a:xfrm>
            <a:off x="5912625" y="3041863"/>
            <a:ext cx="2285100" cy="7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713" name="Google Shape;713;p62"/>
          <p:cNvSpPr/>
          <p:nvPr/>
        </p:nvSpPr>
        <p:spPr>
          <a:xfrm>
            <a:off x="6004575" y="3120763"/>
            <a:ext cx="5727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714" name="Google Shape;714;p62"/>
          <p:cNvSpPr txBox="1">
            <a:spLocks noGrp="1"/>
          </p:cNvSpPr>
          <p:nvPr>
            <p:ph type="title"/>
          </p:nvPr>
        </p:nvSpPr>
        <p:spPr>
          <a:xfrm>
            <a:off x="566250" y="2285400"/>
            <a:ext cx="4067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15" name="Google Shape;715;p62"/>
          <p:cNvSpPr/>
          <p:nvPr/>
        </p:nvSpPr>
        <p:spPr>
          <a:xfrm>
            <a:off x="5912625" y="1371138"/>
            <a:ext cx="2285100" cy="730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716" name="Google Shape;716;p62"/>
          <p:cNvSpPr/>
          <p:nvPr/>
        </p:nvSpPr>
        <p:spPr>
          <a:xfrm>
            <a:off x="6004575" y="1452588"/>
            <a:ext cx="5727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grpSp>
        <p:nvGrpSpPr>
          <p:cNvPr id="717" name="Google Shape;717;p62"/>
          <p:cNvGrpSpPr/>
          <p:nvPr/>
        </p:nvGrpSpPr>
        <p:grpSpPr>
          <a:xfrm rot="-2700000">
            <a:off x="6131098" y="1596259"/>
            <a:ext cx="348897" cy="200098"/>
            <a:chOff x="3876675" y="1766250"/>
            <a:chExt cx="348900" cy="200100"/>
          </a:xfrm>
        </p:grpSpPr>
        <p:sp>
          <p:nvSpPr>
            <p:cNvPr id="718" name="Google Shape;718;p62"/>
            <p:cNvSpPr/>
            <p:nvPr/>
          </p:nvSpPr>
          <p:spPr>
            <a:xfrm>
              <a:off x="3876700" y="1766250"/>
              <a:ext cx="72000" cy="200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719" name="Google Shape;719;p62"/>
            <p:cNvSpPr/>
            <p:nvPr/>
          </p:nvSpPr>
          <p:spPr>
            <a:xfrm rot="5400000">
              <a:off x="4015125" y="1755900"/>
              <a:ext cx="72000" cy="348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grpSp>
        <p:nvGrpSpPr>
          <p:cNvPr id="720" name="Google Shape;720;p62"/>
          <p:cNvGrpSpPr/>
          <p:nvPr/>
        </p:nvGrpSpPr>
        <p:grpSpPr>
          <a:xfrm>
            <a:off x="6142124" y="3258302"/>
            <a:ext cx="297600" cy="297600"/>
            <a:chOff x="3902424" y="2300989"/>
            <a:chExt cx="297600" cy="297600"/>
          </a:xfrm>
        </p:grpSpPr>
        <p:sp>
          <p:nvSpPr>
            <p:cNvPr id="721" name="Google Shape;721;p62"/>
            <p:cNvSpPr/>
            <p:nvPr/>
          </p:nvSpPr>
          <p:spPr>
            <a:xfrm rot="2700000">
              <a:off x="4015161" y="2275417"/>
              <a:ext cx="72125" cy="34874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722" name="Google Shape;722;p62"/>
            <p:cNvSpPr/>
            <p:nvPr/>
          </p:nvSpPr>
          <p:spPr>
            <a:xfrm rot="-2700000">
              <a:off x="4015161" y="2275417"/>
              <a:ext cx="72125" cy="34874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sp>
        <p:nvSpPr>
          <p:cNvPr id="723" name="Google Shape;723;p62"/>
          <p:cNvSpPr txBox="1">
            <a:spLocks noGrp="1"/>
          </p:cNvSpPr>
          <p:nvPr>
            <p:ph type="body" idx="1"/>
          </p:nvPr>
        </p:nvSpPr>
        <p:spPr>
          <a:xfrm>
            <a:off x="6661950" y="1452600"/>
            <a:ext cx="1394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24" name="Google Shape;724;p62"/>
          <p:cNvSpPr txBox="1">
            <a:spLocks noGrp="1"/>
          </p:cNvSpPr>
          <p:nvPr>
            <p:ph type="body" idx="2"/>
          </p:nvPr>
        </p:nvSpPr>
        <p:spPr>
          <a:xfrm>
            <a:off x="6694150" y="3120750"/>
            <a:ext cx="1394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True False v2">
  <p:cSld name="CUSTOM_34_1"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63"/>
          <p:cNvSpPr/>
          <p:nvPr/>
        </p:nvSpPr>
        <p:spPr>
          <a:xfrm>
            <a:off x="6292650" y="3465375"/>
            <a:ext cx="2285100" cy="7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727" name="Google Shape;727;p63"/>
          <p:cNvSpPr/>
          <p:nvPr/>
        </p:nvSpPr>
        <p:spPr>
          <a:xfrm>
            <a:off x="6384600" y="3544275"/>
            <a:ext cx="5727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728" name="Google Shape;728;p63"/>
          <p:cNvSpPr txBox="1">
            <a:spLocks noGrp="1"/>
          </p:cNvSpPr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29" name="Google Shape;729;p63"/>
          <p:cNvSpPr/>
          <p:nvPr/>
        </p:nvSpPr>
        <p:spPr>
          <a:xfrm>
            <a:off x="566250" y="3462825"/>
            <a:ext cx="2285100" cy="730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730" name="Google Shape;730;p63"/>
          <p:cNvSpPr/>
          <p:nvPr/>
        </p:nvSpPr>
        <p:spPr>
          <a:xfrm>
            <a:off x="658200" y="3544275"/>
            <a:ext cx="5727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grpSp>
        <p:nvGrpSpPr>
          <p:cNvPr id="731" name="Google Shape;731;p63"/>
          <p:cNvGrpSpPr/>
          <p:nvPr/>
        </p:nvGrpSpPr>
        <p:grpSpPr>
          <a:xfrm rot="-2700000">
            <a:off x="784723" y="3687946"/>
            <a:ext cx="348897" cy="200098"/>
            <a:chOff x="3876675" y="1766250"/>
            <a:chExt cx="348900" cy="200100"/>
          </a:xfrm>
        </p:grpSpPr>
        <p:sp>
          <p:nvSpPr>
            <p:cNvPr id="732" name="Google Shape;732;p63"/>
            <p:cNvSpPr/>
            <p:nvPr/>
          </p:nvSpPr>
          <p:spPr>
            <a:xfrm>
              <a:off x="3876700" y="1766250"/>
              <a:ext cx="72000" cy="200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733" name="Google Shape;733;p63"/>
            <p:cNvSpPr/>
            <p:nvPr/>
          </p:nvSpPr>
          <p:spPr>
            <a:xfrm rot="5400000">
              <a:off x="4015125" y="1755900"/>
              <a:ext cx="72000" cy="348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grpSp>
        <p:nvGrpSpPr>
          <p:cNvPr id="734" name="Google Shape;734;p63"/>
          <p:cNvGrpSpPr/>
          <p:nvPr/>
        </p:nvGrpSpPr>
        <p:grpSpPr>
          <a:xfrm>
            <a:off x="6522149" y="3681814"/>
            <a:ext cx="297600" cy="297600"/>
            <a:chOff x="3902424" y="2300989"/>
            <a:chExt cx="297600" cy="297600"/>
          </a:xfrm>
        </p:grpSpPr>
        <p:sp>
          <p:nvSpPr>
            <p:cNvPr id="735" name="Google Shape;735;p63"/>
            <p:cNvSpPr/>
            <p:nvPr/>
          </p:nvSpPr>
          <p:spPr>
            <a:xfrm rot="2700000">
              <a:off x="4015161" y="2275417"/>
              <a:ext cx="72125" cy="34874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736" name="Google Shape;736;p63"/>
            <p:cNvSpPr/>
            <p:nvPr/>
          </p:nvSpPr>
          <p:spPr>
            <a:xfrm rot="-2700000">
              <a:off x="4015161" y="2275417"/>
              <a:ext cx="72125" cy="34874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sp>
        <p:nvSpPr>
          <p:cNvPr id="737" name="Google Shape;737;p63"/>
          <p:cNvSpPr txBox="1">
            <a:spLocks noGrp="1"/>
          </p:cNvSpPr>
          <p:nvPr>
            <p:ph type="body" idx="1"/>
          </p:nvPr>
        </p:nvSpPr>
        <p:spPr>
          <a:xfrm>
            <a:off x="1331100" y="3544275"/>
            <a:ext cx="1394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38" name="Google Shape;738;p63"/>
          <p:cNvSpPr txBox="1">
            <a:spLocks noGrp="1"/>
          </p:cNvSpPr>
          <p:nvPr>
            <p:ph type="body" idx="2"/>
          </p:nvPr>
        </p:nvSpPr>
        <p:spPr>
          <a:xfrm>
            <a:off x="7041975" y="3541725"/>
            <a:ext cx="1394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39" name="Google Shape;739;p63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True False v3">
  <p:cSld name="CUSTOM_34_1_1">
    <p:bg>
      <p:bgPr>
        <a:solidFill>
          <a:schemeClr val="accent2"/>
        </a:solidFill>
        <a:effectLst/>
      </p:bgPr>
    </p:bg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4"/>
          <p:cNvSpPr/>
          <p:nvPr/>
        </p:nvSpPr>
        <p:spPr>
          <a:xfrm>
            <a:off x="0" y="2609850"/>
            <a:ext cx="9144000" cy="2533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742" name="Google Shape;742;p64"/>
          <p:cNvSpPr/>
          <p:nvPr/>
        </p:nvSpPr>
        <p:spPr>
          <a:xfrm>
            <a:off x="566250" y="520900"/>
            <a:ext cx="8040900" cy="3672300"/>
          </a:xfrm>
          <a:prstGeom prst="snip1Rect">
            <a:avLst>
              <a:gd name="adj" fmla="val 16667"/>
            </a:avLst>
          </a:prstGeom>
          <a:solidFill>
            <a:schemeClr val="accent6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  <a:effectLst>
            <a:outerShdw blurRad="342900" dist="952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64"/>
          <p:cNvSpPr/>
          <p:nvPr/>
        </p:nvSpPr>
        <p:spPr>
          <a:xfrm>
            <a:off x="4841575" y="3838475"/>
            <a:ext cx="2285100" cy="7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744" name="Google Shape;744;p64"/>
          <p:cNvSpPr/>
          <p:nvPr/>
        </p:nvSpPr>
        <p:spPr>
          <a:xfrm>
            <a:off x="4933525" y="3917375"/>
            <a:ext cx="5727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745" name="Google Shape;745;p64"/>
          <p:cNvSpPr txBox="1">
            <a:spLocks noGrp="1"/>
          </p:cNvSpPr>
          <p:nvPr>
            <p:ph type="title"/>
          </p:nvPr>
        </p:nvSpPr>
        <p:spPr>
          <a:xfrm>
            <a:off x="918800" y="833450"/>
            <a:ext cx="7316400" cy="209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46" name="Google Shape;746;p64"/>
          <p:cNvSpPr/>
          <p:nvPr/>
        </p:nvSpPr>
        <p:spPr>
          <a:xfrm>
            <a:off x="2017325" y="3835925"/>
            <a:ext cx="2285100" cy="730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747" name="Google Shape;747;p64"/>
          <p:cNvSpPr/>
          <p:nvPr/>
        </p:nvSpPr>
        <p:spPr>
          <a:xfrm>
            <a:off x="2109275" y="3917375"/>
            <a:ext cx="5727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grpSp>
        <p:nvGrpSpPr>
          <p:cNvPr id="748" name="Google Shape;748;p64"/>
          <p:cNvGrpSpPr/>
          <p:nvPr/>
        </p:nvGrpSpPr>
        <p:grpSpPr>
          <a:xfrm rot="-2700000">
            <a:off x="2235798" y="4061046"/>
            <a:ext cx="348897" cy="200098"/>
            <a:chOff x="3876675" y="1766250"/>
            <a:chExt cx="348900" cy="200100"/>
          </a:xfrm>
        </p:grpSpPr>
        <p:sp>
          <p:nvSpPr>
            <p:cNvPr id="749" name="Google Shape;749;p64"/>
            <p:cNvSpPr/>
            <p:nvPr/>
          </p:nvSpPr>
          <p:spPr>
            <a:xfrm>
              <a:off x="3876700" y="1766250"/>
              <a:ext cx="72000" cy="200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750" name="Google Shape;750;p64"/>
            <p:cNvSpPr/>
            <p:nvPr/>
          </p:nvSpPr>
          <p:spPr>
            <a:xfrm rot="5400000">
              <a:off x="4015125" y="1755900"/>
              <a:ext cx="72000" cy="348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grpSp>
        <p:nvGrpSpPr>
          <p:cNvPr id="751" name="Google Shape;751;p64"/>
          <p:cNvGrpSpPr/>
          <p:nvPr/>
        </p:nvGrpSpPr>
        <p:grpSpPr>
          <a:xfrm>
            <a:off x="5071074" y="4054914"/>
            <a:ext cx="297600" cy="297600"/>
            <a:chOff x="3902424" y="2300989"/>
            <a:chExt cx="297600" cy="297600"/>
          </a:xfrm>
        </p:grpSpPr>
        <p:sp>
          <p:nvSpPr>
            <p:cNvPr id="752" name="Google Shape;752;p64"/>
            <p:cNvSpPr/>
            <p:nvPr/>
          </p:nvSpPr>
          <p:spPr>
            <a:xfrm rot="2700000">
              <a:off x="4015161" y="2275417"/>
              <a:ext cx="72125" cy="34874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753" name="Google Shape;753;p64"/>
            <p:cNvSpPr/>
            <p:nvPr/>
          </p:nvSpPr>
          <p:spPr>
            <a:xfrm rot="-2700000">
              <a:off x="4015161" y="2275417"/>
              <a:ext cx="72125" cy="34874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sp>
        <p:nvSpPr>
          <p:cNvPr id="754" name="Google Shape;754;p64"/>
          <p:cNvSpPr txBox="1">
            <a:spLocks noGrp="1"/>
          </p:cNvSpPr>
          <p:nvPr>
            <p:ph type="body" idx="1"/>
          </p:nvPr>
        </p:nvSpPr>
        <p:spPr>
          <a:xfrm>
            <a:off x="2772900" y="3917375"/>
            <a:ext cx="139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55" name="Google Shape;755;p64"/>
          <p:cNvSpPr txBox="1">
            <a:spLocks noGrp="1"/>
          </p:cNvSpPr>
          <p:nvPr>
            <p:ph type="body" idx="2"/>
          </p:nvPr>
        </p:nvSpPr>
        <p:spPr>
          <a:xfrm>
            <a:off x="5609675" y="3914825"/>
            <a:ext cx="1394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849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 Medium"/>
              <a:buNone/>
              <a:defRPr sz="20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 Medium"/>
              <a:buNone/>
              <a:defRPr sz="20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 Medium"/>
              <a:buNone/>
              <a:defRPr sz="20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 Medium"/>
              <a:buNone/>
              <a:defRPr sz="20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 Medium"/>
              <a:buNone/>
              <a:defRPr sz="20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 Medium"/>
              <a:buNone/>
              <a:defRPr sz="20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 Medium"/>
              <a:buNone/>
              <a:defRPr sz="20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 Medium"/>
              <a:buNone/>
              <a:defRPr sz="20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 Medium"/>
              <a:buNone/>
              <a:defRPr sz="20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645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ork Sans"/>
              <a:buChar char="●"/>
              <a:defRPr sz="11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ork Sans"/>
              <a:buChar char="○"/>
              <a:defRPr sz="11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ork Sans"/>
              <a:buChar char="■"/>
              <a:defRPr sz="11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ork Sans"/>
              <a:buChar char="●"/>
              <a:defRPr sz="11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ork Sans"/>
              <a:buChar char="○"/>
              <a:defRPr sz="11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ork Sans"/>
              <a:buChar char="■"/>
              <a:defRPr sz="11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ork Sans"/>
              <a:buChar char="●"/>
              <a:defRPr sz="11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ork Sans"/>
              <a:buChar char="○"/>
              <a:defRPr sz="11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ork Sans"/>
              <a:buChar char="■"/>
              <a:defRPr sz="11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2" r:id="rId5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0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1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754660-EA9D-C447-007F-6B5745D10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B3253D-228D-0DB4-3C58-0E496D132493}"/>
              </a:ext>
            </a:extLst>
          </p:cNvPr>
          <p:cNvSpPr txBox="1"/>
          <p:nvPr/>
        </p:nvSpPr>
        <p:spPr>
          <a:xfrm>
            <a:off x="3387213" y="821532"/>
            <a:ext cx="23695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8464" y="1069786"/>
            <a:ext cx="7605052" cy="3491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050" dirty="0"/>
          </a:p>
          <a:p>
            <a:pPr algn="just">
              <a:lnSpc>
                <a:spcPct val="200000"/>
              </a:lnSpc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14313" indent="-214313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AI Outbreak Detection System.</a:t>
            </a:r>
          </a:p>
          <a:p>
            <a:pPr marL="214313" indent="-214313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Theme – Early warning for public health.</a:t>
            </a:r>
          </a:p>
          <a:p>
            <a:pPr marL="214313" indent="-214313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14313" indent="-214313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ALPHA CODERS</a:t>
            </a:r>
          </a:p>
          <a:p>
            <a:pPr marL="214313" indent="-214313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64561F-8AA1-3BB0-76A5-3DDAC1E389B1}"/>
              </a:ext>
            </a:extLst>
          </p:cNvPr>
          <p:cNvSpPr txBox="1"/>
          <p:nvPr/>
        </p:nvSpPr>
        <p:spPr>
          <a:xfrm>
            <a:off x="2625212" y="162131"/>
            <a:ext cx="44672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 err="1"/>
              <a:t>Kodekalesh</a:t>
            </a:r>
            <a:r>
              <a:rPr lang="en-IN" sz="2400" dirty="0"/>
              <a:t> HACKTHON 2025</a:t>
            </a: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Google Shape;764;p65">
            <a:extLst>
              <a:ext uri="{FF2B5EF4-FFF2-40B4-BE49-F238E27FC236}">
                <a16:creationId xmlns:a16="http://schemas.microsoft.com/office/drawing/2014/main" id="{F17E9835-0AD2-39AB-86B4-A52CA21047F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7250" y="4432300"/>
            <a:ext cx="666750" cy="711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3343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5"/>
          <p:cNvSpPr txBox="1">
            <a:spLocks noGrp="1"/>
          </p:cNvSpPr>
          <p:nvPr>
            <p:ph type="title"/>
          </p:nvPr>
        </p:nvSpPr>
        <p:spPr>
          <a:xfrm>
            <a:off x="414900" y="401700"/>
            <a:ext cx="8253000" cy="4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Virus Outbreaks</a:t>
            </a:r>
            <a:endParaRPr/>
          </a:p>
        </p:txBody>
      </p:sp>
      <p:sp>
        <p:nvSpPr>
          <p:cNvPr id="761" name="Google Shape;761;p65"/>
          <p:cNvSpPr txBox="1">
            <a:spLocks noGrp="1"/>
          </p:cNvSpPr>
          <p:nvPr>
            <p:ph type="body" idx="1"/>
          </p:nvPr>
        </p:nvSpPr>
        <p:spPr>
          <a:xfrm>
            <a:off x="414900" y="1166788"/>
            <a:ext cx="2423700" cy="28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b="1" dirty="0"/>
              <a:t>Virus outbreaks</a:t>
            </a:r>
            <a:r>
              <a:rPr lang="en" dirty="0"/>
              <a:t> are sudden increases in the number of cases of a particular disease, beyond what is normally expected in a population. They can range from </a:t>
            </a:r>
            <a:r>
              <a:rPr lang="en" b="1" dirty="0"/>
              <a:t>localized events</a:t>
            </a:r>
            <a:r>
              <a:rPr lang="en" dirty="0"/>
              <a:t> to </a:t>
            </a:r>
            <a:r>
              <a:rPr lang="en" b="1" dirty="0"/>
              <a:t>global pandemics</a:t>
            </a:r>
            <a:r>
              <a:rPr lang="en" dirty="0"/>
              <a:t>. Understanding the nature and scope of these outbreaks is the first step in developing effective response strategies.</a:t>
            </a:r>
            <a:endParaRPr dirty="0"/>
          </a:p>
        </p:txBody>
      </p:sp>
      <p:sp>
        <p:nvSpPr>
          <p:cNvPr id="762" name="Google Shape;762;p65"/>
          <p:cNvSpPr txBox="1">
            <a:spLocks noGrp="1"/>
          </p:cNvSpPr>
          <p:nvPr>
            <p:ph type="body" idx="2"/>
          </p:nvPr>
        </p:nvSpPr>
        <p:spPr>
          <a:xfrm>
            <a:off x="6291825" y="1166788"/>
            <a:ext cx="2423700" cy="28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b="1"/>
              <a:t>Outbreaks</a:t>
            </a:r>
            <a:r>
              <a:rPr lang="en"/>
              <a:t> can overwhelm </a:t>
            </a:r>
            <a:r>
              <a:rPr lang="en" b="1"/>
              <a:t>healthcare systems</a:t>
            </a:r>
            <a:r>
              <a:rPr lang="en"/>
              <a:t>, disrupt </a:t>
            </a:r>
            <a:r>
              <a:rPr lang="en" b="1"/>
              <a:t>economies</a:t>
            </a:r>
            <a:r>
              <a:rPr lang="en"/>
              <a:t>, and cause significant </a:t>
            </a:r>
            <a:r>
              <a:rPr lang="en" b="1"/>
              <a:t>social disruption</a:t>
            </a:r>
            <a:r>
              <a:rPr lang="en"/>
              <a:t> globally. The interconnectedness of the modern world means that a localized outbreak can rapidly escalate into a global crisis, underscoring the need for international collaboration and preparedness.</a:t>
            </a:r>
            <a:endParaRPr/>
          </a:p>
        </p:txBody>
      </p:sp>
      <p:sp>
        <p:nvSpPr>
          <p:cNvPr id="763" name="Google Shape;763;p65"/>
          <p:cNvSpPr txBox="1">
            <a:spLocks noGrp="1"/>
          </p:cNvSpPr>
          <p:nvPr>
            <p:ph type="body" idx="3"/>
          </p:nvPr>
        </p:nvSpPr>
        <p:spPr>
          <a:xfrm>
            <a:off x="3539100" y="1166788"/>
            <a:ext cx="2423700" cy="28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Understanding </a:t>
            </a:r>
            <a:r>
              <a:rPr lang="en" b="1"/>
              <a:t>virus outbreaks</a:t>
            </a:r>
            <a:r>
              <a:rPr lang="en"/>
              <a:t> is crucial for protecting </a:t>
            </a:r>
            <a:r>
              <a:rPr lang="en" b="1"/>
              <a:t>public health</a:t>
            </a:r>
            <a:r>
              <a:rPr lang="en"/>
              <a:t> and preventing widespread illness and death. The ability to quickly identify and respond to these outbreaks can significantly reduce morbidity and mortality rates, safeguarding communities and healthcare systems.</a:t>
            </a:r>
            <a:endParaRPr/>
          </a:p>
        </p:txBody>
      </p:sp>
      <p:pic>
        <p:nvPicPr>
          <p:cNvPr id="764" name="Google Shape;764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7250" y="4432300"/>
            <a:ext cx="666750" cy="7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66"/>
          <p:cNvSpPr txBox="1">
            <a:spLocks noGrp="1"/>
          </p:cNvSpPr>
          <p:nvPr>
            <p:ph type="title"/>
          </p:nvPr>
        </p:nvSpPr>
        <p:spPr>
          <a:xfrm>
            <a:off x="414900" y="401700"/>
            <a:ext cx="8253000" cy="4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Reactive Nature of Public Health Agencies</a:t>
            </a:r>
            <a:endParaRPr/>
          </a:p>
        </p:txBody>
      </p:sp>
      <p:sp>
        <p:nvSpPr>
          <p:cNvPr id="770" name="Google Shape;770;p66"/>
          <p:cNvSpPr txBox="1">
            <a:spLocks noGrp="1"/>
          </p:cNvSpPr>
          <p:nvPr>
            <p:ph type="body" idx="1"/>
          </p:nvPr>
        </p:nvSpPr>
        <p:spPr>
          <a:xfrm>
            <a:off x="414900" y="1166788"/>
            <a:ext cx="2423700" cy="28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Public health responses often lag behind the actual spread of diseases. This "</a:t>
            </a:r>
            <a:r>
              <a:rPr lang="en" b="1"/>
              <a:t>Lag Time</a:t>
            </a:r>
            <a:r>
              <a:rPr lang="en"/>
              <a:t>" means that by the time an outbreak is officially confirmed, it has already begun to spread, creating a critical window for uncontrolled transmission.</a:t>
            </a:r>
            <a:endParaRPr/>
          </a:p>
        </p:txBody>
      </p:sp>
      <p:sp>
        <p:nvSpPr>
          <p:cNvPr id="771" name="Google Shape;771;p66"/>
          <p:cNvSpPr txBox="1">
            <a:spLocks noGrp="1"/>
          </p:cNvSpPr>
          <p:nvPr>
            <p:ph type="body" idx="2"/>
          </p:nvPr>
        </p:nvSpPr>
        <p:spPr>
          <a:xfrm>
            <a:off x="6291825" y="1166788"/>
            <a:ext cx="2423700" cy="28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Traditional public health responses are often </a:t>
            </a:r>
            <a:r>
              <a:rPr lang="en" b="1"/>
              <a:t>reactive</a:t>
            </a:r>
            <a:r>
              <a:rPr lang="en"/>
              <a:t>, responding to outbreaks as they occur, rather than </a:t>
            </a:r>
            <a:r>
              <a:rPr lang="en" b="1"/>
              <a:t>proactively</a:t>
            </a:r>
            <a:r>
              <a:rPr lang="en"/>
              <a:t> preventing them. This </a:t>
            </a:r>
            <a:r>
              <a:rPr lang="en" b="1"/>
              <a:t>reactive</a:t>
            </a:r>
            <a:r>
              <a:rPr lang="en"/>
              <a:t> approach can limit the ability to effectively contain and mitigate the impact of emerging infectious diseases, emphasizing the need for more proactive strategies.</a:t>
            </a:r>
            <a:endParaRPr/>
          </a:p>
        </p:txBody>
      </p:sp>
      <p:sp>
        <p:nvSpPr>
          <p:cNvPr id="772" name="Google Shape;772;p66"/>
          <p:cNvSpPr txBox="1">
            <a:spLocks noGrp="1"/>
          </p:cNvSpPr>
          <p:nvPr>
            <p:ph type="body" idx="3"/>
          </p:nvPr>
        </p:nvSpPr>
        <p:spPr>
          <a:xfrm>
            <a:off x="3539100" y="1166788"/>
            <a:ext cx="2423700" cy="28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This "</a:t>
            </a:r>
            <a:r>
              <a:rPr lang="en" b="1"/>
              <a:t>lag time</a:t>
            </a:r>
            <a:r>
              <a:rPr lang="en"/>
              <a:t>" costs crucial days, allowing the disease to take hold and making it harder to control. The consequences of </a:t>
            </a:r>
            <a:r>
              <a:rPr lang="en" b="1"/>
              <a:t>delayed action</a:t>
            </a:r>
            <a:r>
              <a:rPr lang="en"/>
              <a:t> can include higher infection rates, increased mortality, and greater strain on healthcare resources, impacting the overall effectiveness of containment efforts.</a:t>
            </a:r>
            <a:endParaRPr/>
          </a:p>
        </p:txBody>
      </p:sp>
      <p:pic>
        <p:nvPicPr>
          <p:cNvPr id="773" name="Google Shape;77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7250" y="4432300"/>
            <a:ext cx="666750" cy="7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67"/>
          <p:cNvSpPr txBox="1">
            <a:spLocks noGrp="1"/>
          </p:cNvSpPr>
          <p:nvPr>
            <p:ph type="title"/>
          </p:nvPr>
        </p:nvSpPr>
        <p:spPr>
          <a:xfrm>
            <a:off x="570825" y="472050"/>
            <a:ext cx="8011200" cy="4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Studies of Historical Outbreaks</a:t>
            </a:r>
            <a:endParaRPr/>
          </a:p>
        </p:txBody>
      </p:sp>
      <p:sp>
        <p:nvSpPr>
          <p:cNvPr id="779" name="Google Shape;779;p67"/>
          <p:cNvSpPr txBox="1">
            <a:spLocks noGrp="1"/>
          </p:cNvSpPr>
          <p:nvPr>
            <p:ph type="subTitle" idx="1"/>
          </p:nvPr>
        </p:nvSpPr>
        <p:spPr>
          <a:xfrm>
            <a:off x="570825" y="2505175"/>
            <a:ext cx="2255100" cy="4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Influenza: Spanish Flu (1918)</a:t>
            </a:r>
            <a:endParaRPr/>
          </a:p>
        </p:txBody>
      </p:sp>
      <p:sp>
        <p:nvSpPr>
          <p:cNvPr id="780" name="Google Shape;780;p67"/>
          <p:cNvSpPr txBox="1">
            <a:spLocks noGrp="1"/>
          </p:cNvSpPr>
          <p:nvPr>
            <p:ph type="body" idx="2"/>
          </p:nvPr>
        </p:nvSpPr>
        <p:spPr>
          <a:xfrm>
            <a:off x="570825" y="3088150"/>
            <a:ext cx="2255100" cy="176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Demonstrated the devastating impact of a highly </a:t>
            </a:r>
            <a:r>
              <a:rPr lang="en" b="1"/>
              <a:t>contagious virus</a:t>
            </a:r>
            <a:r>
              <a:rPr lang="en"/>
              <a:t>. Lessons Learned: Importance of </a:t>
            </a:r>
            <a:r>
              <a:rPr lang="en" b="1"/>
              <a:t>rapid response</a:t>
            </a:r>
            <a:r>
              <a:rPr lang="en"/>
              <a:t> and </a:t>
            </a:r>
            <a:r>
              <a:rPr lang="en" b="1"/>
              <a:t>public health measures</a:t>
            </a:r>
            <a:r>
              <a:rPr lang="en"/>
              <a:t>.</a:t>
            </a:r>
            <a:endParaRPr/>
          </a:p>
        </p:txBody>
      </p:sp>
      <p:sp>
        <p:nvSpPr>
          <p:cNvPr id="781" name="Google Shape;781;p67"/>
          <p:cNvSpPr txBox="1">
            <a:spLocks noGrp="1"/>
          </p:cNvSpPr>
          <p:nvPr>
            <p:ph type="subTitle" idx="3"/>
          </p:nvPr>
        </p:nvSpPr>
        <p:spPr>
          <a:xfrm>
            <a:off x="6197875" y="2505175"/>
            <a:ext cx="2255100" cy="4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Novel Viruses: COVID-19</a:t>
            </a:r>
            <a:endParaRPr/>
          </a:p>
        </p:txBody>
      </p:sp>
      <p:sp>
        <p:nvSpPr>
          <p:cNvPr id="782" name="Google Shape;782;p67"/>
          <p:cNvSpPr txBox="1">
            <a:spLocks noGrp="1"/>
          </p:cNvSpPr>
          <p:nvPr>
            <p:ph type="body" idx="4"/>
          </p:nvPr>
        </p:nvSpPr>
        <p:spPr>
          <a:xfrm>
            <a:off x="6197875" y="3088150"/>
            <a:ext cx="2255100" cy="176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Showed the rapid </a:t>
            </a:r>
            <a:r>
              <a:rPr lang="en" b="1"/>
              <a:t>global spread</a:t>
            </a:r>
            <a:r>
              <a:rPr lang="en"/>
              <a:t> and impact of a </a:t>
            </a:r>
            <a:r>
              <a:rPr lang="en" b="1"/>
              <a:t>novel virus</a:t>
            </a:r>
            <a:r>
              <a:rPr lang="en"/>
              <a:t>. Lessons Learned: The need for </a:t>
            </a:r>
            <a:r>
              <a:rPr lang="en" b="1"/>
              <a:t>early detection</a:t>
            </a:r>
            <a:r>
              <a:rPr lang="en"/>
              <a:t>, </a:t>
            </a:r>
            <a:r>
              <a:rPr lang="en" b="1"/>
              <a:t>international collaboration</a:t>
            </a:r>
            <a:r>
              <a:rPr lang="en"/>
              <a:t>, and </a:t>
            </a:r>
            <a:r>
              <a:rPr lang="en" b="1"/>
              <a:t>robust public health infrastructure</a:t>
            </a:r>
            <a:r>
              <a:rPr lang="en"/>
              <a:t>.</a:t>
            </a:r>
            <a:endParaRPr/>
          </a:p>
        </p:txBody>
      </p:sp>
      <p:sp>
        <p:nvSpPr>
          <p:cNvPr id="783" name="Google Shape;783;p67"/>
          <p:cNvSpPr txBox="1">
            <a:spLocks noGrp="1"/>
          </p:cNvSpPr>
          <p:nvPr>
            <p:ph type="subTitle" idx="5"/>
          </p:nvPr>
        </p:nvSpPr>
        <p:spPr>
          <a:xfrm>
            <a:off x="3384350" y="2505175"/>
            <a:ext cx="2255100" cy="4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Dengue Fever: Recurring Outbreaks</a:t>
            </a:r>
            <a:endParaRPr/>
          </a:p>
        </p:txBody>
      </p:sp>
      <p:sp>
        <p:nvSpPr>
          <p:cNvPr id="784" name="Google Shape;784;p67"/>
          <p:cNvSpPr txBox="1">
            <a:spLocks noGrp="1"/>
          </p:cNvSpPr>
          <p:nvPr>
            <p:ph type="body" idx="6"/>
          </p:nvPr>
        </p:nvSpPr>
        <p:spPr>
          <a:xfrm>
            <a:off x="3384350" y="3088150"/>
            <a:ext cx="2255100" cy="176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Highlight the challenges of controlling </a:t>
            </a:r>
            <a:r>
              <a:rPr lang="en" b="1"/>
              <a:t>mosquito-borne diseases</a:t>
            </a:r>
            <a:r>
              <a:rPr lang="en"/>
              <a:t>. Mistakes Made: Insufficient </a:t>
            </a:r>
            <a:r>
              <a:rPr lang="en" b="1"/>
              <a:t>vector control</a:t>
            </a:r>
            <a:r>
              <a:rPr lang="en"/>
              <a:t> and </a:t>
            </a:r>
            <a:r>
              <a:rPr lang="en" b="1"/>
              <a:t>public awareness</a:t>
            </a:r>
            <a:r>
              <a:rPr lang="en"/>
              <a:t>.</a:t>
            </a:r>
            <a:endParaRPr/>
          </a:p>
        </p:txBody>
      </p:sp>
      <p:pic>
        <p:nvPicPr>
          <p:cNvPr id="785" name="Google Shape;785;p67"/>
          <p:cNvPicPr preferRelativeResize="0">
            <a:picLocks noGrp="1"/>
          </p:cNvPicPr>
          <p:nvPr>
            <p:ph type="pic" idx="7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5467" y="1231625"/>
            <a:ext cx="1665119" cy="1110301"/>
          </a:xfrm>
          <a:prstGeom prst="rect">
            <a:avLst/>
          </a:prstGeom>
        </p:spPr>
      </p:pic>
      <p:pic>
        <p:nvPicPr>
          <p:cNvPr id="786" name="Google Shape;786;p67"/>
          <p:cNvPicPr preferRelativeResize="0">
            <a:picLocks noGrp="1"/>
          </p:cNvPicPr>
          <p:nvPr>
            <p:ph type="pic" idx="8"/>
          </p:nvPr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9792" y="1231625"/>
            <a:ext cx="1973869" cy="1110301"/>
          </a:xfrm>
          <a:prstGeom prst="rect">
            <a:avLst/>
          </a:prstGeom>
        </p:spPr>
      </p:pic>
      <p:pic>
        <p:nvPicPr>
          <p:cNvPr id="787" name="Google Shape;787;p67"/>
          <p:cNvPicPr preferRelativeResize="0">
            <a:picLocks noGrp="1"/>
          </p:cNvPicPr>
          <p:nvPr>
            <p:ph type="pic" idx="9"/>
          </p:nvPr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8492" y="1223148"/>
            <a:ext cx="1973867" cy="1110300"/>
          </a:xfrm>
          <a:prstGeom prst="rect">
            <a:avLst/>
          </a:prstGeom>
        </p:spPr>
      </p:pic>
      <p:pic>
        <p:nvPicPr>
          <p:cNvPr id="788" name="Google Shape;788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77250" y="4432300"/>
            <a:ext cx="666750" cy="7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3" name="Google Shape;793;p68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7800" y="307539"/>
            <a:ext cx="3526200" cy="4562021"/>
          </a:xfrm>
          <a:prstGeom prst="rect">
            <a:avLst/>
          </a:prstGeom>
        </p:spPr>
      </p:pic>
      <p:sp>
        <p:nvSpPr>
          <p:cNvPr id="794" name="Google Shape;794;p68"/>
          <p:cNvSpPr txBox="1">
            <a:spLocks noGrp="1"/>
          </p:cNvSpPr>
          <p:nvPr>
            <p:ph type="title"/>
          </p:nvPr>
        </p:nvSpPr>
        <p:spPr>
          <a:xfrm>
            <a:off x="487725" y="515475"/>
            <a:ext cx="41799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Importance of Early Detection</a:t>
            </a:r>
            <a:endParaRPr/>
          </a:p>
        </p:txBody>
      </p:sp>
      <p:sp>
        <p:nvSpPr>
          <p:cNvPr id="795" name="Google Shape;795;p68"/>
          <p:cNvSpPr txBox="1">
            <a:spLocks noGrp="1"/>
          </p:cNvSpPr>
          <p:nvPr>
            <p:ph type="body" idx="1"/>
          </p:nvPr>
        </p:nvSpPr>
        <p:spPr>
          <a:xfrm>
            <a:off x="484900" y="1139875"/>
            <a:ext cx="3943500" cy="2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Mitigating the Spread: Early warning systems can mitigate the spread of viral diseases by allowing authorities to mobilize resources quickly.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Saving Lives: Early detection can save lives by enabling timely treatment and preventative measures.</a:t>
            </a:r>
            <a:endParaRPr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b="1"/>
              <a:t>Rapid identification</a:t>
            </a:r>
            <a:r>
              <a:rPr lang="en"/>
              <a:t> of outbreaks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b="1"/>
              <a:t>Implementation of targeted interventions</a:t>
            </a:r>
            <a:endParaRPr b="1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b="1"/>
              <a:t>Reduced morbidity and mortality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96" name="Google Shape;796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77250" y="4432300"/>
            <a:ext cx="666750" cy="7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5" name="Google Shape;825;p72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1379" y="1229050"/>
            <a:ext cx="2492740" cy="3299998"/>
          </a:xfrm>
          <a:prstGeom prst="rect">
            <a:avLst/>
          </a:prstGeom>
        </p:spPr>
      </p:pic>
      <p:sp>
        <p:nvSpPr>
          <p:cNvPr id="826" name="Google Shape;826;p72"/>
          <p:cNvSpPr txBox="1">
            <a:spLocks noGrp="1"/>
          </p:cNvSpPr>
          <p:nvPr>
            <p:ph type="body" idx="1"/>
          </p:nvPr>
        </p:nvSpPr>
        <p:spPr>
          <a:xfrm>
            <a:off x="5137100" y="1124700"/>
            <a:ext cx="3571800" cy="32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Necessity of Effective Communication: Clear and timely communication is essential during an outbreak to inform the public about preventive actions.</a:t>
            </a:r>
            <a:endParaRPr/>
          </a:p>
          <a:p>
            <a:pPr marL="457200" lvl="0" indent="-292100" algn="l" rtl="0"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b="1"/>
              <a:t>Transparency</a:t>
            </a:r>
            <a:r>
              <a:rPr lang="en"/>
              <a:t>: Providing honest and accurate information.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b="1"/>
              <a:t>Clarity</a:t>
            </a:r>
            <a:r>
              <a:rPr lang="en"/>
              <a:t>: Using simple and understandable language.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b="1"/>
              <a:t>Consistency</a:t>
            </a:r>
            <a:r>
              <a:rPr lang="en"/>
              <a:t>: Delivering consistent messages across all channels.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Benefits: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Increased public trust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Improved adherence to preventive measures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Reduced panic and misinformation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827" name="Google Shape;827;p72"/>
          <p:cNvSpPr txBox="1">
            <a:spLocks noGrp="1"/>
          </p:cNvSpPr>
          <p:nvPr>
            <p:ph type="title"/>
          </p:nvPr>
        </p:nvSpPr>
        <p:spPr>
          <a:xfrm>
            <a:off x="574650" y="332975"/>
            <a:ext cx="3526200" cy="4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Communicating Risk to the Public</a:t>
            </a:r>
            <a:endParaRPr/>
          </a:p>
        </p:txBody>
      </p:sp>
      <p:pic>
        <p:nvPicPr>
          <p:cNvPr id="828" name="Google Shape;828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77250" y="4432300"/>
            <a:ext cx="666750" cy="7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3" name="Google Shape;833;p73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650" y="1275791"/>
            <a:ext cx="3526199" cy="3206516"/>
          </a:xfrm>
          <a:prstGeom prst="rect">
            <a:avLst/>
          </a:prstGeom>
        </p:spPr>
      </p:pic>
      <p:sp>
        <p:nvSpPr>
          <p:cNvPr id="834" name="Google Shape;834;p73"/>
          <p:cNvSpPr txBox="1">
            <a:spLocks noGrp="1"/>
          </p:cNvSpPr>
          <p:nvPr>
            <p:ph type="body" idx="1"/>
          </p:nvPr>
        </p:nvSpPr>
        <p:spPr>
          <a:xfrm>
            <a:off x="5137100" y="1124700"/>
            <a:ext cx="3571800" cy="32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Partnerships: Partnerships between governments, health organizations, and communities are crucial in outbreak prevention and response.</a:t>
            </a:r>
            <a:endParaRPr/>
          </a:p>
          <a:p>
            <a:pPr marL="457200" lvl="0" indent="-292100" algn="l" rtl="0"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b="1"/>
              <a:t>International cooperation</a:t>
            </a:r>
            <a:r>
              <a:rPr lang="en"/>
              <a:t>: Sharing information and resources.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b="1"/>
              <a:t>Public-private partnerships</a:t>
            </a:r>
            <a:r>
              <a:rPr lang="en"/>
              <a:t>: Developing and distributing vaccines.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b="1"/>
              <a:t>Community engagement</a:t>
            </a:r>
            <a:r>
              <a:rPr lang="en"/>
              <a:t>: Involving local communities in prevention efforts.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Benefits: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Enhanced coordination and resource mobilization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Improved community participation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More effective outbreak control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835" name="Google Shape;835;p73"/>
          <p:cNvSpPr txBox="1">
            <a:spLocks noGrp="1"/>
          </p:cNvSpPr>
          <p:nvPr>
            <p:ph type="title"/>
          </p:nvPr>
        </p:nvSpPr>
        <p:spPr>
          <a:xfrm>
            <a:off x="574650" y="332975"/>
            <a:ext cx="3526200" cy="4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Collaborative Efforts in Public Health</a:t>
            </a:r>
            <a:endParaRPr/>
          </a:p>
        </p:txBody>
      </p:sp>
      <p:pic>
        <p:nvPicPr>
          <p:cNvPr id="836" name="Google Shape;836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77250" y="4432300"/>
            <a:ext cx="666750" cy="7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74"/>
          <p:cNvSpPr txBox="1">
            <a:spLocks noGrp="1"/>
          </p:cNvSpPr>
          <p:nvPr>
            <p:ph type="body" idx="1"/>
          </p:nvPr>
        </p:nvSpPr>
        <p:spPr>
          <a:xfrm>
            <a:off x="5137100" y="1124700"/>
            <a:ext cx="3571800" cy="32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Barriers to Establishing Functional Systems:</a:t>
            </a:r>
            <a:endParaRPr dirty="0"/>
          </a:p>
          <a:p>
            <a:pPr marL="457200" lvl="0" indent="-292100" algn="l" rtl="0"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b="1" dirty="0"/>
              <a:t>Data gaps</a:t>
            </a:r>
            <a:r>
              <a:rPr lang="en" dirty="0"/>
              <a:t>: Lack of reliable data on disease incidence.</a:t>
            </a:r>
            <a:endParaRPr dirty="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b="1" dirty="0"/>
              <a:t>Limited resources</a:t>
            </a:r>
            <a:r>
              <a:rPr lang="en" dirty="0"/>
              <a:t>: Insufficient funding and infrastructure.</a:t>
            </a:r>
            <a:endParaRPr dirty="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b="1" dirty="0"/>
              <a:t>Political barriers</a:t>
            </a:r>
            <a:r>
              <a:rPr lang="en" dirty="0"/>
              <a:t>: Lack of coordination and political will.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Addressing the Challenges: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Investing in data collection and analysis.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Strengthening public health infrastructure.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Promoting international cooperation.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843" name="Google Shape;843;p74"/>
          <p:cNvSpPr txBox="1">
            <a:spLocks noGrp="1"/>
          </p:cNvSpPr>
          <p:nvPr>
            <p:ph type="title"/>
          </p:nvPr>
        </p:nvSpPr>
        <p:spPr>
          <a:xfrm>
            <a:off x="574650" y="332975"/>
            <a:ext cx="3526200" cy="4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in Early Warning Systems</a:t>
            </a:r>
            <a:endParaRPr/>
          </a:p>
        </p:txBody>
      </p:sp>
      <p:pic>
        <p:nvPicPr>
          <p:cNvPr id="844" name="Google Shape;84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7250" y="4432300"/>
            <a:ext cx="666750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E64F7A-6A19-8A89-591B-1B5DC983E8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34" y="1309078"/>
            <a:ext cx="3526200" cy="33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" name="Google Shape;849;p75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3210" b="3200"/>
          <a:stretch/>
        </p:blipFill>
        <p:spPr>
          <a:xfrm>
            <a:off x="574650" y="1229050"/>
            <a:ext cx="3526200" cy="3300001"/>
          </a:xfrm>
          <a:prstGeom prst="rect">
            <a:avLst/>
          </a:prstGeom>
        </p:spPr>
      </p:pic>
      <p:sp>
        <p:nvSpPr>
          <p:cNvPr id="850" name="Google Shape;850;p75"/>
          <p:cNvSpPr txBox="1">
            <a:spLocks noGrp="1"/>
          </p:cNvSpPr>
          <p:nvPr>
            <p:ph type="body" idx="1"/>
          </p:nvPr>
        </p:nvSpPr>
        <p:spPr>
          <a:xfrm>
            <a:off x="5137100" y="1124700"/>
            <a:ext cx="3571800" cy="32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Influence of the WHO: The World Health Organization (WHO) plays a critical role in managing and coordinating responses to virus outbreaks on a global scale.</a:t>
            </a:r>
            <a:endParaRPr/>
          </a:p>
          <a:p>
            <a:pPr marL="457200" lvl="0" indent="-292100" algn="l" rtl="0"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b="1"/>
              <a:t>Key Functions of the WHO</a:t>
            </a:r>
            <a:r>
              <a:rPr lang="en"/>
              <a:t>:</a:t>
            </a:r>
            <a:endParaRPr/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b="1"/>
              <a:t>Surveillance and monitoring</a:t>
            </a:r>
            <a:r>
              <a:rPr lang="en"/>
              <a:t>: Tracking disease outbreaks worldwide.</a:t>
            </a:r>
            <a:endParaRPr/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b="1"/>
              <a:t>Technical assistance</a:t>
            </a:r>
            <a:r>
              <a:rPr lang="en"/>
              <a:t>: Providing guidance and support to countries.</a:t>
            </a:r>
            <a:endParaRPr/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b="1"/>
              <a:t>Coordination</a:t>
            </a:r>
            <a:r>
              <a:rPr lang="en"/>
              <a:t>: Facilitating international collaboration.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Benefits: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Global coordination of outbreak response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Access to expertise and resources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Improved preparedness and response capacity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851" name="Google Shape;851;p75"/>
          <p:cNvSpPr txBox="1">
            <a:spLocks noGrp="1"/>
          </p:cNvSpPr>
          <p:nvPr>
            <p:ph type="title"/>
          </p:nvPr>
        </p:nvSpPr>
        <p:spPr>
          <a:xfrm>
            <a:off x="574650" y="332975"/>
            <a:ext cx="3526200" cy="4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Global Health Organizations</a:t>
            </a:r>
            <a:endParaRPr/>
          </a:p>
        </p:txBody>
      </p:sp>
      <p:pic>
        <p:nvPicPr>
          <p:cNvPr id="852" name="Google Shape;852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77250" y="4432300"/>
            <a:ext cx="666750" cy="7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7" name="Google Shape;857;p76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650" y="1674759"/>
            <a:ext cx="3526202" cy="2408583"/>
          </a:xfrm>
          <a:prstGeom prst="rect">
            <a:avLst/>
          </a:prstGeom>
        </p:spPr>
      </p:pic>
      <p:sp>
        <p:nvSpPr>
          <p:cNvPr id="858" name="Google Shape;858;p76"/>
          <p:cNvSpPr txBox="1">
            <a:spLocks noGrp="1"/>
          </p:cNvSpPr>
          <p:nvPr>
            <p:ph type="body" idx="1"/>
          </p:nvPr>
        </p:nvSpPr>
        <p:spPr>
          <a:xfrm>
            <a:off x="5137100" y="1124700"/>
            <a:ext cx="3571800" cy="32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Approaches to Reduce Impact:</a:t>
            </a:r>
            <a:endParaRPr/>
          </a:p>
          <a:p>
            <a:pPr marL="457200" lvl="0" indent="-292100" algn="l" rtl="0"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b="1"/>
              <a:t>Strengthening healthcare systems</a:t>
            </a:r>
            <a:r>
              <a:rPr lang="en"/>
              <a:t>: Ensuring adequate capacity to handle surges in cases.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b="1"/>
              <a:t>Providing economic support</a:t>
            </a:r>
            <a:r>
              <a:rPr lang="en"/>
              <a:t>: Assisting individuals and businesses affected by the outbreak.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b="1"/>
              <a:t>Addressing social impacts</a:t>
            </a:r>
            <a:r>
              <a:rPr lang="en"/>
              <a:t>: Mitigating the social disruption caused by the outbreak.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Benefits: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Reduced morbidity and mortality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Minimized economic disruption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Improved social resilience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859" name="Google Shape;859;p76"/>
          <p:cNvSpPr txBox="1">
            <a:spLocks noGrp="1"/>
          </p:cNvSpPr>
          <p:nvPr>
            <p:ph type="title"/>
          </p:nvPr>
        </p:nvSpPr>
        <p:spPr>
          <a:xfrm>
            <a:off x="574650" y="332975"/>
            <a:ext cx="3526200" cy="4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Mitigating the Impact of Outbreaks</a:t>
            </a:r>
            <a:endParaRPr/>
          </a:p>
        </p:txBody>
      </p:sp>
      <p:pic>
        <p:nvPicPr>
          <p:cNvPr id="860" name="Google Shape;860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77250" y="4432300"/>
            <a:ext cx="666750" cy="7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5" name="Google Shape;865;p77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7800" y="11485"/>
            <a:ext cx="3526200" cy="5154129"/>
          </a:xfrm>
          <a:prstGeom prst="rect">
            <a:avLst/>
          </a:prstGeom>
        </p:spPr>
      </p:pic>
      <p:sp>
        <p:nvSpPr>
          <p:cNvPr id="866" name="Google Shape;866;p77"/>
          <p:cNvSpPr txBox="1">
            <a:spLocks noGrp="1"/>
          </p:cNvSpPr>
          <p:nvPr>
            <p:ph type="title"/>
          </p:nvPr>
        </p:nvSpPr>
        <p:spPr>
          <a:xfrm>
            <a:off x="487725" y="515475"/>
            <a:ext cx="41799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Future of Outbreak Preparedness</a:t>
            </a:r>
            <a:endParaRPr/>
          </a:p>
        </p:txBody>
      </p:sp>
      <p:sp>
        <p:nvSpPr>
          <p:cNvPr id="867" name="Google Shape;867;p77"/>
          <p:cNvSpPr txBox="1">
            <a:spLocks noGrp="1"/>
          </p:cNvSpPr>
          <p:nvPr>
            <p:ph type="body" idx="1"/>
          </p:nvPr>
        </p:nvSpPr>
        <p:spPr>
          <a:xfrm>
            <a:off x="484900" y="1139875"/>
            <a:ext cx="3943500" cy="2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Overview:</a:t>
            </a:r>
            <a:endParaRPr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b="1"/>
              <a:t>Emerging Technologies</a:t>
            </a:r>
            <a:r>
              <a:rPr lang="en"/>
              <a:t>: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b="1"/>
              <a:t>AI and machine learning</a:t>
            </a:r>
            <a:r>
              <a:rPr lang="en"/>
              <a:t>: Predicting and tracking outbreaks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b="1"/>
              <a:t>Rapid diagnostics</a:t>
            </a:r>
            <a:r>
              <a:rPr lang="en"/>
              <a:t>: Developing faster and more accurate tests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b="1"/>
              <a:t>Vaccine development</a:t>
            </a:r>
            <a:r>
              <a:rPr lang="en"/>
              <a:t>: Accelerating the development of new vaccines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b="1"/>
              <a:t>Strategies and Innovations</a:t>
            </a:r>
            <a:r>
              <a:rPr lang="en"/>
              <a:t>: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b="1"/>
              <a:t>One Health approach</a:t>
            </a:r>
            <a:r>
              <a:rPr lang="en"/>
              <a:t>: Recognizing the interconnectedness of human, animal, and environmental health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b="1"/>
              <a:t>Community-based surveillance</a:t>
            </a:r>
            <a:r>
              <a:rPr lang="en"/>
              <a:t>: Engaging local communities in surveillance efforts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b="1"/>
              <a:t>Benefits</a:t>
            </a:r>
            <a:r>
              <a:rPr lang="en"/>
              <a:t>: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b="1"/>
              <a:t>Enhanced preparedness and response capacity</a:t>
            </a:r>
            <a:endParaRPr b="1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b="1"/>
              <a:t>Reduced impact of future outbreaks</a:t>
            </a:r>
            <a:endParaRPr b="1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b="1"/>
              <a:t>Improved global health security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68" name="Google Shape;868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77250" y="4432300"/>
            <a:ext cx="666750" cy="7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78"/>
          <p:cNvSpPr txBox="1">
            <a:spLocks noGrp="1"/>
          </p:cNvSpPr>
          <p:nvPr>
            <p:ph type="title"/>
          </p:nvPr>
        </p:nvSpPr>
        <p:spPr>
          <a:xfrm>
            <a:off x="414900" y="401700"/>
            <a:ext cx="8253000" cy="4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Takeaways from the Lecture</a:t>
            </a:r>
            <a:endParaRPr/>
          </a:p>
        </p:txBody>
      </p:sp>
      <p:sp>
        <p:nvSpPr>
          <p:cNvPr id="874" name="Google Shape;874;p78"/>
          <p:cNvSpPr txBox="1">
            <a:spLocks noGrp="1"/>
          </p:cNvSpPr>
          <p:nvPr>
            <p:ph type="body" idx="1"/>
          </p:nvPr>
        </p:nvSpPr>
        <p:spPr>
          <a:xfrm>
            <a:off x="414900" y="1166800"/>
            <a:ext cx="8253000" cy="28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Importance of Proactive Measures: Proactive measures are essential in preventing and controlling virus outbreaks.</a:t>
            </a:r>
            <a:endParaRPr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b="1"/>
              <a:t>Key Strategies</a:t>
            </a:r>
            <a:r>
              <a:rPr lang="en"/>
              <a:t>: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b="1"/>
              <a:t>Early detection and surveillance</a:t>
            </a:r>
            <a:endParaRPr b="1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b="1"/>
              <a:t>Preventative measures and public awareness</a:t>
            </a:r>
            <a:endParaRPr b="1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b="1"/>
              <a:t>Collaborative efforts and global coordination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Reinforcing the Message: By implementing these strategies, we can mitigate the impact of virus outbreaks and protect public health.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75" name="Google Shape;875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7250" y="4432300"/>
            <a:ext cx="666750" cy="7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2" name="Google Shape;882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7250" y="4432300"/>
            <a:ext cx="666750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92AE6A-9BF1-EA4B-0537-3765D5969D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719" y="342707"/>
            <a:ext cx="6256562" cy="44580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eon Horizo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C7C7C7"/>
      </a:accent1>
      <a:accent2>
        <a:srgbClr val="0048CF"/>
      </a:accent2>
      <a:accent3>
        <a:srgbClr val="FF3F00"/>
      </a:accent3>
      <a:accent4>
        <a:srgbClr val="FEB800"/>
      </a:accent4>
      <a:accent5>
        <a:srgbClr val="FFFFFF"/>
      </a:accent5>
      <a:accent6>
        <a:srgbClr val="000000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942</Words>
  <Application>Microsoft Office PowerPoint</Application>
  <PresentationFormat>On-screen Show (16:9)</PresentationFormat>
  <Paragraphs>97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Space Grotesk</vt:lpstr>
      <vt:lpstr>Times New Roman</vt:lpstr>
      <vt:lpstr>Fredoka</vt:lpstr>
      <vt:lpstr>Work Sans</vt:lpstr>
      <vt:lpstr>Work Sans Medium</vt:lpstr>
      <vt:lpstr>Space Grotesk Medium</vt:lpstr>
      <vt:lpstr>Work Sans SemiBold</vt:lpstr>
      <vt:lpstr>Calibri</vt:lpstr>
      <vt:lpstr>Arial</vt:lpstr>
      <vt:lpstr>Simple Light</vt:lpstr>
      <vt:lpstr>Neon Horizon</vt:lpstr>
      <vt:lpstr>PowerPoint Presentation</vt:lpstr>
      <vt:lpstr>Introduction to Virus Outbreaks</vt:lpstr>
      <vt:lpstr>The Reactive Nature of Public Health Agencies</vt:lpstr>
      <vt:lpstr>Case Studies of Historical Outbreaks</vt:lpstr>
      <vt:lpstr>The Importance of Early Detection</vt:lpstr>
      <vt:lpstr>Communicating Risk to the Public</vt:lpstr>
      <vt:lpstr>Collaborative Efforts in Public Health</vt:lpstr>
      <vt:lpstr>Challenges in Early Warning Systems</vt:lpstr>
      <vt:lpstr>Role of Global Health Organizations</vt:lpstr>
      <vt:lpstr>Mitigating the Impact of Outbreaks</vt:lpstr>
      <vt:lpstr>The Future of Outbreak Preparedness</vt:lpstr>
      <vt:lpstr>Key Takeaways from the Lecture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Shreyansh Kandu</cp:lastModifiedBy>
  <cp:revision>1</cp:revision>
  <dcterms:modified xsi:type="dcterms:W3CDTF">2025-11-14T08:23:02Z</dcterms:modified>
</cp:coreProperties>
</file>